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166120"/>
            <a:ext cx="893916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2D Lennard-Jones MC 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シミュレーション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47720" y="3083400"/>
            <a:ext cx="355788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Vibe Coding </a:t>
            </a:r>
            <a:r>
              <a:rPr lang="ja-JP" sz="283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の結果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47720" y="3838680"/>
            <a:ext cx="10727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アジェンダ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概要・実⾏⽅法・パラメータ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→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物理モデル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→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変更ログ（初回実装／⽇本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47720" y="4248000"/>
            <a:ext cx="7540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語表⽰／⼀括修正／追加修正／受理率）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→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現在の仕様まとめ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8033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" name=""/>
          <p:cNvSpPr/>
          <p:nvPr/>
        </p:nvSpPr>
        <p:spPr>
          <a:xfrm>
            <a:off x="757080" y="2157120"/>
            <a:ext cx="10687320" cy="572040"/>
          </a:xfrm>
          <a:custGeom>
            <a:avLst/>
            <a:gdLst/>
            <a:ahLst/>
            <a:rect l="0" t="0" r="r" b="b"/>
            <a:pathLst>
              <a:path w="29687" h="1589">
                <a:moveTo>
                  <a:pt x="0" y="144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43"/>
                </a:lnTo>
                <a:cubicBezTo>
                  <a:pt x="29687" y="1453"/>
                  <a:pt x="29686" y="1462"/>
                  <a:pt x="29684" y="1472"/>
                </a:cubicBezTo>
                <a:cubicBezTo>
                  <a:pt x="29683" y="1481"/>
                  <a:pt x="29680" y="1490"/>
                  <a:pt x="29676" y="1499"/>
                </a:cubicBezTo>
                <a:cubicBezTo>
                  <a:pt x="29672" y="1508"/>
                  <a:pt x="29668" y="1516"/>
                  <a:pt x="29663" y="1524"/>
                </a:cubicBezTo>
                <a:cubicBezTo>
                  <a:pt x="29657" y="1532"/>
                  <a:pt x="29651" y="1539"/>
                  <a:pt x="29645" y="1546"/>
                </a:cubicBezTo>
                <a:cubicBezTo>
                  <a:pt x="29638" y="1553"/>
                  <a:pt x="29630" y="1559"/>
                  <a:pt x="29623" y="1564"/>
                </a:cubicBezTo>
                <a:cubicBezTo>
                  <a:pt x="29615" y="1570"/>
                  <a:pt x="29606" y="1574"/>
                  <a:pt x="29597" y="1578"/>
                </a:cubicBezTo>
                <a:cubicBezTo>
                  <a:pt x="29589" y="1581"/>
                  <a:pt x="29579" y="1584"/>
                  <a:pt x="29570" y="1586"/>
                </a:cubicBezTo>
                <a:cubicBezTo>
                  <a:pt x="29561" y="1588"/>
                  <a:pt x="29551" y="1589"/>
                  <a:pt x="29542" y="1589"/>
                </a:cubicBezTo>
                <a:lnTo>
                  <a:pt x="145" y="1589"/>
                </a:lnTo>
                <a:cubicBezTo>
                  <a:pt x="136" y="1589"/>
                  <a:pt x="126" y="1588"/>
                  <a:pt x="117" y="1586"/>
                </a:cubicBezTo>
                <a:cubicBezTo>
                  <a:pt x="108" y="1584"/>
                  <a:pt x="99" y="1581"/>
                  <a:pt x="90" y="1578"/>
                </a:cubicBezTo>
                <a:cubicBezTo>
                  <a:pt x="81" y="1574"/>
                  <a:pt x="73" y="1570"/>
                  <a:pt x="65" y="1564"/>
                </a:cubicBezTo>
                <a:cubicBezTo>
                  <a:pt x="57" y="1559"/>
                  <a:pt x="49" y="1553"/>
                  <a:pt x="43" y="1546"/>
                </a:cubicBezTo>
                <a:cubicBezTo>
                  <a:pt x="36" y="1539"/>
                  <a:pt x="30" y="1532"/>
                  <a:pt x="24" y="1524"/>
                </a:cubicBezTo>
                <a:cubicBezTo>
                  <a:pt x="19" y="1516"/>
                  <a:pt x="15" y="1508"/>
                  <a:pt x="11" y="1499"/>
                </a:cubicBezTo>
                <a:cubicBezTo>
                  <a:pt x="7" y="1490"/>
                  <a:pt x="5" y="1481"/>
                  <a:pt x="3" y="1472"/>
                </a:cubicBezTo>
                <a:cubicBezTo>
                  <a:pt x="1" y="1462"/>
                  <a:pt x="0" y="1453"/>
                  <a:pt x="0" y="144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" name=""/>
          <p:cNvSpPr/>
          <p:nvPr/>
        </p:nvSpPr>
        <p:spPr>
          <a:xfrm>
            <a:off x="757080" y="2157120"/>
            <a:ext cx="10687320" cy="572040"/>
          </a:xfrm>
          <a:custGeom>
            <a:avLst/>
            <a:gdLst/>
            <a:ahLst/>
            <a:rect l="0" t="0" r="r" b="b"/>
            <a:pathLst>
              <a:path w="29687" h="1589">
                <a:moveTo>
                  <a:pt x="0" y="144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43"/>
                </a:lnTo>
                <a:cubicBezTo>
                  <a:pt x="29687" y="1453"/>
                  <a:pt x="29686" y="1462"/>
                  <a:pt x="29684" y="1472"/>
                </a:cubicBezTo>
                <a:cubicBezTo>
                  <a:pt x="29683" y="1481"/>
                  <a:pt x="29680" y="1490"/>
                  <a:pt x="29676" y="1499"/>
                </a:cubicBezTo>
                <a:cubicBezTo>
                  <a:pt x="29672" y="1508"/>
                  <a:pt x="29668" y="1516"/>
                  <a:pt x="29663" y="1524"/>
                </a:cubicBezTo>
                <a:cubicBezTo>
                  <a:pt x="29657" y="1532"/>
                  <a:pt x="29651" y="1539"/>
                  <a:pt x="29645" y="1546"/>
                </a:cubicBezTo>
                <a:cubicBezTo>
                  <a:pt x="29638" y="1553"/>
                  <a:pt x="29630" y="1559"/>
                  <a:pt x="29623" y="1564"/>
                </a:cubicBezTo>
                <a:cubicBezTo>
                  <a:pt x="29615" y="1570"/>
                  <a:pt x="29606" y="1574"/>
                  <a:pt x="29597" y="1578"/>
                </a:cubicBezTo>
                <a:cubicBezTo>
                  <a:pt x="29589" y="1581"/>
                  <a:pt x="29579" y="1584"/>
                  <a:pt x="29570" y="1586"/>
                </a:cubicBezTo>
                <a:cubicBezTo>
                  <a:pt x="29561" y="1588"/>
                  <a:pt x="29551" y="1589"/>
                  <a:pt x="29542" y="1589"/>
                </a:cubicBezTo>
                <a:lnTo>
                  <a:pt x="145" y="1589"/>
                </a:lnTo>
                <a:cubicBezTo>
                  <a:pt x="136" y="1589"/>
                  <a:pt x="126" y="1588"/>
                  <a:pt x="117" y="1586"/>
                </a:cubicBezTo>
                <a:cubicBezTo>
                  <a:pt x="108" y="1584"/>
                  <a:pt x="99" y="1581"/>
                  <a:pt x="90" y="1578"/>
                </a:cubicBezTo>
                <a:cubicBezTo>
                  <a:pt x="81" y="1574"/>
                  <a:pt x="73" y="1570"/>
                  <a:pt x="65" y="1564"/>
                </a:cubicBezTo>
                <a:cubicBezTo>
                  <a:pt x="57" y="1559"/>
                  <a:pt x="49" y="1553"/>
                  <a:pt x="43" y="1546"/>
                </a:cubicBezTo>
                <a:cubicBezTo>
                  <a:pt x="36" y="1539"/>
                  <a:pt x="30" y="1532"/>
                  <a:pt x="24" y="1524"/>
                </a:cubicBezTo>
                <a:cubicBezTo>
                  <a:pt x="19" y="1516"/>
                  <a:pt x="15" y="1508"/>
                  <a:pt x="11" y="1499"/>
                </a:cubicBezTo>
                <a:cubicBezTo>
                  <a:pt x="7" y="1490"/>
                  <a:pt x="5" y="1481"/>
                  <a:pt x="3" y="1472"/>
                </a:cubicBezTo>
                <a:cubicBezTo>
                  <a:pt x="1" y="1462"/>
                  <a:pt x="0" y="1453"/>
                  <a:pt x="0" y="14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"/>
          <p:cNvSpPr/>
          <p:nvPr/>
        </p:nvSpPr>
        <p:spPr>
          <a:xfrm>
            <a:off x="752400" y="3457440"/>
            <a:ext cx="2705400" cy="543240"/>
          </a:xfrm>
          <a:custGeom>
            <a:avLst/>
            <a:gdLst/>
            <a:ahLst/>
            <a:rect l="0" t="0" r="r" b="b"/>
            <a:pathLst>
              <a:path w="7515" h="1509">
                <a:moveTo>
                  <a:pt x="0" y="0"/>
                </a:moveTo>
                <a:lnTo>
                  <a:pt x="7515" y="0"/>
                </a:lnTo>
                <a:lnTo>
                  <a:pt x="75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"/>
          <p:cNvSpPr/>
          <p:nvPr/>
        </p:nvSpPr>
        <p:spPr>
          <a:xfrm>
            <a:off x="3457440" y="3457440"/>
            <a:ext cx="1629000" cy="543240"/>
          </a:xfrm>
          <a:custGeom>
            <a:avLst/>
            <a:gdLst/>
            <a:ahLst/>
            <a:rect l="0" t="0" r="r" b="b"/>
            <a:pathLst>
              <a:path w="4525" h="1509">
                <a:moveTo>
                  <a:pt x="0" y="0"/>
                </a:moveTo>
                <a:lnTo>
                  <a:pt x="4525" y="0"/>
                </a:lnTo>
                <a:lnTo>
                  <a:pt x="452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" name=""/>
          <p:cNvSpPr/>
          <p:nvPr/>
        </p:nvSpPr>
        <p:spPr>
          <a:xfrm>
            <a:off x="5086080" y="3457440"/>
            <a:ext cx="3839040" cy="543240"/>
          </a:xfrm>
          <a:custGeom>
            <a:avLst/>
            <a:gdLst/>
            <a:ahLst/>
            <a:rect l="0" t="0" r="r" b="b"/>
            <a:pathLst>
              <a:path w="10664" h="1509">
                <a:moveTo>
                  <a:pt x="0" y="0"/>
                </a:moveTo>
                <a:lnTo>
                  <a:pt x="10664" y="0"/>
                </a:lnTo>
                <a:lnTo>
                  <a:pt x="106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" name=""/>
          <p:cNvSpPr/>
          <p:nvPr/>
        </p:nvSpPr>
        <p:spPr>
          <a:xfrm>
            <a:off x="752400" y="4000320"/>
            <a:ext cx="2705400" cy="533880"/>
          </a:xfrm>
          <a:custGeom>
            <a:avLst/>
            <a:gdLst/>
            <a:ahLst/>
            <a:rect l="0" t="0" r="r" b="b"/>
            <a:pathLst>
              <a:path w="7515" h="1483">
                <a:moveTo>
                  <a:pt x="0" y="0"/>
                </a:moveTo>
                <a:lnTo>
                  <a:pt x="7515" y="0"/>
                </a:lnTo>
                <a:lnTo>
                  <a:pt x="75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" name=""/>
          <p:cNvSpPr/>
          <p:nvPr/>
        </p:nvSpPr>
        <p:spPr>
          <a:xfrm>
            <a:off x="3457440" y="4000320"/>
            <a:ext cx="1629000" cy="533880"/>
          </a:xfrm>
          <a:custGeom>
            <a:avLst/>
            <a:gdLst/>
            <a:ahLst/>
            <a:rect l="0" t="0" r="r" b="b"/>
            <a:pathLst>
              <a:path w="4525" h="1483">
                <a:moveTo>
                  <a:pt x="0" y="0"/>
                </a:moveTo>
                <a:lnTo>
                  <a:pt x="4525" y="0"/>
                </a:lnTo>
                <a:lnTo>
                  <a:pt x="452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"/>
          <p:cNvSpPr/>
          <p:nvPr/>
        </p:nvSpPr>
        <p:spPr>
          <a:xfrm>
            <a:off x="5086080" y="4000320"/>
            <a:ext cx="3839040" cy="533880"/>
          </a:xfrm>
          <a:custGeom>
            <a:avLst/>
            <a:gdLst/>
            <a:ahLst/>
            <a:rect l="0" t="0" r="r" b="b"/>
            <a:pathLst>
              <a:path w="10664" h="1483">
                <a:moveTo>
                  <a:pt x="0" y="0"/>
                </a:moveTo>
                <a:lnTo>
                  <a:pt x="10664" y="0"/>
                </a:lnTo>
                <a:lnTo>
                  <a:pt x="1066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"/>
          <p:cNvSpPr/>
          <p:nvPr/>
        </p:nvSpPr>
        <p:spPr>
          <a:xfrm>
            <a:off x="752400" y="4533840"/>
            <a:ext cx="2705400" cy="543240"/>
          </a:xfrm>
          <a:custGeom>
            <a:avLst/>
            <a:gdLst/>
            <a:ahLst/>
            <a:rect l="0" t="0" r="r" b="b"/>
            <a:pathLst>
              <a:path w="7515" h="1509">
                <a:moveTo>
                  <a:pt x="0" y="0"/>
                </a:moveTo>
                <a:lnTo>
                  <a:pt x="7515" y="0"/>
                </a:lnTo>
                <a:lnTo>
                  <a:pt x="75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" name=""/>
          <p:cNvSpPr/>
          <p:nvPr/>
        </p:nvSpPr>
        <p:spPr>
          <a:xfrm>
            <a:off x="3457440" y="4533840"/>
            <a:ext cx="1629000" cy="543240"/>
          </a:xfrm>
          <a:custGeom>
            <a:avLst/>
            <a:gdLst/>
            <a:ahLst/>
            <a:rect l="0" t="0" r="r" b="b"/>
            <a:pathLst>
              <a:path w="4525" h="1509">
                <a:moveTo>
                  <a:pt x="0" y="0"/>
                </a:moveTo>
                <a:lnTo>
                  <a:pt x="4525" y="0"/>
                </a:lnTo>
                <a:lnTo>
                  <a:pt x="452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" name=""/>
          <p:cNvSpPr/>
          <p:nvPr/>
        </p:nvSpPr>
        <p:spPr>
          <a:xfrm>
            <a:off x="5086080" y="4533840"/>
            <a:ext cx="3839040" cy="543240"/>
          </a:xfrm>
          <a:custGeom>
            <a:avLst/>
            <a:gdLst/>
            <a:ahLst/>
            <a:rect l="0" t="0" r="r" b="b"/>
            <a:pathLst>
              <a:path w="10664" h="1509">
                <a:moveTo>
                  <a:pt x="0" y="0"/>
                </a:moveTo>
                <a:lnTo>
                  <a:pt x="10664" y="0"/>
                </a:lnTo>
                <a:lnTo>
                  <a:pt x="106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" name=""/>
          <p:cNvSpPr/>
          <p:nvPr/>
        </p:nvSpPr>
        <p:spPr>
          <a:xfrm>
            <a:off x="752400" y="5076720"/>
            <a:ext cx="2705400" cy="533520"/>
          </a:xfrm>
          <a:custGeom>
            <a:avLst/>
            <a:gdLst/>
            <a:ahLst/>
            <a:rect l="0" t="0" r="r" b="b"/>
            <a:pathLst>
              <a:path w="7515" h="1482">
                <a:moveTo>
                  <a:pt x="0" y="0"/>
                </a:moveTo>
                <a:lnTo>
                  <a:pt x="7515" y="0"/>
                </a:lnTo>
                <a:lnTo>
                  <a:pt x="751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" name=""/>
          <p:cNvSpPr/>
          <p:nvPr/>
        </p:nvSpPr>
        <p:spPr>
          <a:xfrm>
            <a:off x="3457440" y="5076720"/>
            <a:ext cx="1629000" cy="533520"/>
          </a:xfrm>
          <a:custGeom>
            <a:avLst/>
            <a:gdLst/>
            <a:ahLst/>
            <a:rect l="0" t="0" r="r" b="b"/>
            <a:pathLst>
              <a:path w="4525" h="1482">
                <a:moveTo>
                  <a:pt x="0" y="0"/>
                </a:moveTo>
                <a:lnTo>
                  <a:pt x="4525" y="0"/>
                </a:lnTo>
                <a:lnTo>
                  <a:pt x="452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"/>
          <p:cNvSpPr/>
          <p:nvPr/>
        </p:nvSpPr>
        <p:spPr>
          <a:xfrm>
            <a:off x="5086080" y="5076720"/>
            <a:ext cx="3839040" cy="533520"/>
          </a:xfrm>
          <a:custGeom>
            <a:avLst/>
            <a:gdLst/>
            <a:ahLst/>
            <a:rect l="0" t="0" r="r" b="b"/>
            <a:pathLst>
              <a:path w="10664" h="1482">
                <a:moveTo>
                  <a:pt x="0" y="0"/>
                </a:moveTo>
                <a:lnTo>
                  <a:pt x="10664" y="0"/>
                </a:lnTo>
                <a:lnTo>
                  <a:pt x="106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"/>
          <p:cNvSpPr/>
          <p:nvPr/>
        </p:nvSpPr>
        <p:spPr>
          <a:xfrm>
            <a:off x="752400" y="5609880"/>
            <a:ext cx="2705400" cy="543600"/>
          </a:xfrm>
          <a:custGeom>
            <a:avLst/>
            <a:gdLst/>
            <a:ahLst/>
            <a:rect l="0" t="0" r="r" b="b"/>
            <a:pathLst>
              <a:path w="7515" h="1510">
                <a:moveTo>
                  <a:pt x="0" y="0"/>
                </a:moveTo>
                <a:lnTo>
                  <a:pt x="7515" y="0"/>
                </a:lnTo>
                <a:lnTo>
                  <a:pt x="751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" name=""/>
          <p:cNvSpPr/>
          <p:nvPr/>
        </p:nvSpPr>
        <p:spPr>
          <a:xfrm>
            <a:off x="3457440" y="5609880"/>
            <a:ext cx="1629000" cy="543600"/>
          </a:xfrm>
          <a:custGeom>
            <a:avLst/>
            <a:gdLst/>
            <a:ahLst/>
            <a:rect l="0" t="0" r="r" b="b"/>
            <a:pathLst>
              <a:path w="4525" h="1510">
                <a:moveTo>
                  <a:pt x="0" y="0"/>
                </a:moveTo>
                <a:lnTo>
                  <a:pt x="4525" y="0"/>
                </a:lnTo>
                <a:lnTo>
                  <a:pt x="452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" name=""/>
          <p:cNvSpPr/>
          <p:nvPr/>
        </p:nvSpPr>
        <p:spPr>
          <a:xfrm>
            <a:off x="5086080" y="5609880"/>
            <a:ext cx="3839040" cy="543600"/>
          </a:xfrm>
          <a:custGeom>
            <a:avLst/>
            <a:gdLst/>
            <a:ahLst/>
            <a:rect l="0" t="0" r="r" b="b"/>
            <a:pathLst>
              <a:path w="10664" h="1510">
                <a:moveTo>
                  <a:pt x="0" y="0"/>
                </a:moveTo>
                <a:lnTo>
                  <a:pt x="10664" y="0"/>
                </a:lnTo>
                <a:lnTo>
                  <a:pt x="1066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" name=""/>
          <p:cNvSpPr/>
          <p:nvPr/>
        </p:nvSpPr>
        <p:spPr>
          <a:xfrm>
            <a:off x="752400" y="6153120"/>
            <a:ext cx="2705400" cy="533520"/>
          </a:xfrm>
          <a:custGeom>
            <a:avLst/>
            <a:gdLst/>
            <a:ahLst/>
            <a:rect l="0" t="0" r="r" b="b"/>
            <a:pathLst>
              <a:path w="7515" h="1482">
                <a:moveTo>
                  <a:pt x="0" y="0"/>
                </a:moveTo>
                <a:lnTo>
                  <a:pt x="7515" y="0"/>
                </a:lnTo>
                <a:lnTo>
                  <a:pt x="751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" name=""/>
          <p:cNvSpPr/>
          <p:nvPr/>
        </p:nvSpPr>
        <p:spPr>
          <a:xfrm>
            <a:off x="3457440" y="6153120"/>
            <a:ext cx="1629000" cy="533520"/>
          </a:xfrm>
          <a:custGeom>
            <a:avLst/>
            <a:gdLst/>
            <a:ahLst/>
            <a:rect l="0" t="0" r="r" b="b"/>
            <a:pathLst>
              <a:path w="4525" h="1482">
                <a:moveTo>
                  <a:pt x="0" y="0"/>
                </a:moveTo>
                <a:lnTo>
                  <a:pt x="4525" y="0"/>
                </a:lnTo>
                <a:lnTo>
                  <a:pt x="452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" name=""/>
          <p:cNvSpPr/>
          <p:nvPr/>
        </p:nvSpPr>
        <p:spPr>
          <a:xfrm>
            <a:off x="5086080" y="6153120"/>
            <a:ext cx="3839040" cy="533520"/>
          </a:xfrm>
          <a:custGeom>
            <a:avLst/>
            <a:gdLst/>
            <a:ahLst/>
            <a:rect l="0" t="0" r="r" b="b"/>
            <a:pathLst>
              <a:path w="10664" h="1482">
                <a:moveTo>
                  <a:pt x="0" y="0"/>
                </a:moveTo>
                <a:lnTo>
                  <a:pt x="10664" y="0"/>
                </a:lnTo>
                <a:lnTo>
                  <a:pt x="106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" name=""/>
          <p:cNvSpPr/>
          <p:nvPr/>
        </p:nvSpPr>
        <p:spPr>
          <a:xfrm>
            <a:off x="752400" y="6686280"/>
            <a:ext cx="2705400" cy="171720"/>
          </a:xfrm>
          <a:custGeom>
            <a:avLst/>
            <a:gdLst/>
            <a:ahLst/>
            <a:rect l="0" t="0" r="r" b="b"/>
            <a:pathLst>
              <a:path w="7515" h="477">
                <a:moveTo>
                  <a:pt x="0" y="0"/>
                </a:moveTo>
                <a:lnTo>
                  <a:pt x="7515" y="0"/>
                </a:lnTo>
                <a:lnTo>
                  <a:pt x="7515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"/>
          <p:cNvSpPr/>
          <p:nvPr/>
        </p:nvSpPr>
        <p:spPr>
          <a:xfrm>
            <a:off x="3457440" y="6686280"/>
            <a:ext cx="1629000" cy="171720"/>
          </a:xfrm>
          <a:custGeom>
            <a:avLst/>
            <a:gdLst/>
            <a:ahLst/>
            <a:rect l="0" t="0" r="r" b="b"/>
            <a:pathLst>
              <a:path w="4525" h="477">
                <a:moveTo>
                  <a:pt x="0" y="0"/>
                </a:moveTo>
                <a:lnTo>
                  <a:pt x="4525" y="0"/>
                </a:lnTo>
                <a:lnTo>
                  <a:pt x="4525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"/>
          <p:cNvSpPr/>
          <p:nvPr/>
        </p:nvSpPr>
        <p:spPr>
          <a:xfrm>
            <a:off x="5086080" y="6686280"/>
            <a:ext cx="3839040" cy="171720"/>
          </a:xfrm>
          <a:custGeom>
            <a:avLst/>
            <a:gdLst/>
            <a:ahLst/>
            <a:rect l="0" t="0" r="r" b="b"/>
            <a:pathLst>
              <a:path w="10664" h="477">
                <a:moveTo>
                  <a:pt x="0" y="0"/>
                </a:moveTo>
                <a:lnTo>
                  <a:pt x="10664" y="0"/>
                </a:lnTo>
                <a:lnTo>
                  <a:pt x="1066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" name=""/>
          <p:cNvSpPr/>
          <p:nvPr/>
        </p:nvSpPr>
        <p:spPr>
          <a:xfrm>
            <a:off x="752400" y="34574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" name=""/>
          <p:cNvSpPr/>
          <p:nvPr/>
        </p:nvSpPr>
        <p:spPr>
          <a:xfrm>
            <a:off x="752400" y="345744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"/>
          <p:cNvSpPr/>
          <p:nvPr/>
        </p:nvSpPr>
        <p:spPr>
          <a:xfrm>
            <a:off x="3457440" y="34574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"/>
          <p:cNvSpPr/>
          <p:nvPr/>
        </p:nvSpPr>
        <p:spPr>
          <a:xfrm>
            <a:off x="3466800" y="3457440"/>
            <a:ext cx="1629360" cy="9720"/>
          </a:xfrm>
          <a:custGeom>
            <a:avLst/>
            <a:gdLst/>
            <a:ahLst/>
            <a:rect l="0" t="0" r="r" b="b"/>
            <a:pathLst>
              <a:path w="4526" h="27">
                <a:moveTo>
                  <a:pt x="0" y="0"/>
                </a:moveTo>
                <a:lnTo>
                  <a:pt x="4526" y="0"/>
                </a:lnTo>
                <a:lnTo>
                  <a:pt x="45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" name=""/>
          <p:cNvSpPr/>
          <p:nvPr/>
        </p:nvSpPr>
        <p:spPr>
          <a:xfrm>
            <a:off x="5086080" y="34574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"/>
          <p:cNvSpPr/>
          <p:nvPr/>
        </p:nvSpPr>
        <p:spPr>
          <a:xfrm>
            <a:off x="5095800" y="3457440"/>
            <a:ext cx="3838680" cy="9720"/>
          </a:xfrm>
          <a:custGeom>
            <a:avLst/>
            <a:gdLst/>
            <a:ahLst/>
            <a:rect l="0" t="0" r="r" b="b"/>
            <a:pathLst>
              <a:path w="10663" h="27">
                <a:moveTo>
                  <a:pt x="0" y="0"/>
                </a:moveTo>
                <a:lnTo>
                  <a:pt x="10663" y="0"/>
                </a:lnTo>
                <a:lnTo>
                  <a:pt x="106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"/>
          <p:cNvSpPr/>
          <p:nvPr/>
        </p:nvSpPr>
        <p:spPr>
          <a:xfrm>
            <a:off x="8924760" y="34574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"/>
          <p:cNvSpPr/>
          <p:nvPr/>
        </p:nvSpPr>
        <p:spPr>
          <a:xfrm>
            <a:off x="752400" y="399096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" name=""/>
          <p:cNvSpPr/>
          <p:nvPr/>
        </p:nvSpPr>
        <p:spPr>
          <a:xfrm>
            <a:off x="3466800" y="3990960"/>
            <a:ext cx="1629360" cy="9720"/>
          </a:xfrm>
          <a:custGeom>
            <a:avLst/>
            <a:gdLst/>
            <a:ahLst/>
            <a:rect l="0" t="0" r="r" b="b"/>
            <a:pathLst>
              <a:path w="4526" h="27">
                <a:moveTo>
                  <a:pt x="0" y="0"/>
                </a:moveTo>
                <a:lnTo>
                  <a:pt x="4526" y="0"/>
                </a:lnTo>
                <a:lnTo>
                  <a:pt x="45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" name=""/>
          <p:cNvSpPr/>
          <p:nvPr/>
        </p:nvSpPr>
        <p:spPr>
          <a:xfrm>
            <a:off x="5095800" y="3990960"/>
            <a:ext cx="3838680" cy="9720"/>
          </a:xfrm>
          <a:custGeom>
            <a:avLst/>
            <a:gdLst/>
            <a:ahLst/>
            <a:rect l="0" t="0" r="r" b="b"/>
            <a:pathLst>
              <a:path w="10663" h="27">
                <a:moveTo>
                  <a:pt x="0" y="0"/>
                </a:moveTo>
                <a:lnTo>
                  <a:pt x="10663" y="0"/>
                </a:lnTo>
                <a:lnTo>
                  <a:pt x="106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" name=""/>
          <p:cNvSpPr/>
          <p:nvPr/>
        </p:nvSpPr>
        <p:spPr>
          <a:xfrm>
            <a:off x="752400" y="40003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"/>
          <p:cNvSpPr/>
          <p:nvPr/>
        </p:nvSpPr>
        <p:spPr>
          <a:xfrm>
            <a:off x="3457440" y="40003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"/>
          <p:cNvSpPr/>
          <p:nvPr/>
        </p:nvSpPr>
        <p:spPr>
          <a:xfrm>
            <a:off x="5086080" y="40003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"/>
          <p:cNvSpPr/>
          <p:nvPr/>
        </p:nvSpPr>
        <p:spPr>
          <a:xfrm>
            <a:off x="8924760" y="40003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"/>
          <p:cNvSpPr/>
          <p:nvPr/>
        </p:nvSpPr>
        <p:spPr>
          <a:xfrm>
            <a:off x="752400" y="4543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" name=""/>
          <p:cNvSpPr/>
          <p:nvPr/>
        </p:nvSpPr>
        <p:spPr>
          <a:xfrm>
            <a:off x="752400" y="4533840"/>
            <a:ext cx="2714760" cy="9720"/>
          </a:xfrm>
          <a:custGeom>
            <a:avLst/>
            <a:gdLst/>
            <a:ahLst/>
            <a:rect l="0" t="0" r="r" b="b"/>
            <a:pathLst>
              <a:path w="7541" h="27">
                <a:moveTo>
                  <a:pt x="0" y="0"/>
                </a:moveTo>
                <a:lnTo>
                  <a:pt x="7541" y="0"/>
                </a:lnTo>
                <a:lnTo>
                  <a:pt x="75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" name=""/>
          <p:cNvSpPr/>
          <p:nvPr/>
        </p:nvSpPr>
        <p:spPr>
          <a:xfrm>
            <a:off x="3457440" y="4543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"/>
          <p:cNvSpPr/>
          <p:nvPr/>
        </p:nvSpPr>
        <p:spPr>
          <a:xfrm>
            <a:off x="3466800" y="4533840"/>
            <a:ext cx="1629360" cy="9720"/>
          </a:xfrm>
          <a:custGeom>
            <a:avLst/>
            <a:gdLst/>
            <a:ahLst/>
            <a:rect l="0" t="0" r="r" b="b"/>
            <a:pathLst>
              <a:path w="4526" h="27">
                <a:moveTo>
                  <a:pt x="0" y="0"/>
                </a:moveTo>
                <a:lnTo>
                  <a:pt x="4526" y="0"/>
                </a:lnTo>
                <a:lnTo>
                  <a:pt x="45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"/>
          <p:cNvSpPr/>
          <p:nvPr/>
        </p:nvSpPr>
        <p:spPr>
          <a:xfrm>
            <a:off x="5086080" y="4543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"/>
          <p:cNvSpPr/>
          <p:nvPr/>
        </p:nvSpPr>
        <p:spPr>
          <a:xfrm>
            <a:off x="5095800" y="4533840"/>
            <a:ext cx="3838680" cy="9720"/>
          </a:xfrm>
          <a:custGeom>
            <a:avLst/>
            <a:gdLst/>
            <a:ahLst/>
            <a:rect l="0" t="0" r="r" b="b"/>
            <a:pathLst>
              <a:path w="10663" h="27">
                <a:moveTo>
                  <a:pt x="0" y="0"/>
                </a:moveTo>
                <a:lnTo>
                  <a:pt x="10663" y="0"/>
                </a:lnTo>
                <a:lnTo>
                  <a:pt x="106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"/>
          <p:cNvSpPr/>
          <p:nvPr/>
        </p:nvSpPr>
        <p:spPr>
          <a:xfrm>
            <a:off x="8924760" y="4543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" name=""/>
          <p:cNvSpPr/>
          <p:nvPr/>
        </p:nvSpPr>
        <p:spPr>
          <a:xfrm>
            <a:off x="752400" y="5076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" name=""/>
          <p:cNvSpPr/>
          <p:nvPr/>
        </p:nvSpPr>
        <p:spPr>
          <a:xfrm>
            <a:off x="752400" y="506700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" name=""/>
          <p:cNvSpPr/>
          <p:nvPr/>
        </p:nvSpPr>
        <p:spPr>
          <a:xfrm>
            <a:off x="3457440" y="5076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"/>
          <p:cNvSpPr/>
          <p:nvPr/>
        </p:nvSpPr>
        <p:spPr>
          <a:xfrm>
            <a:off x="3466800" y="5067000"/>
            <a:ext cx="1629360" cy="10080"/>
          </a:xfrm>
          <a:custGeom>
            <a:avLst/>
            <a:gdLst/>
            <a:ahLst/>
            <a:rect l="0" t="0" r="r" b="b"/>
            <a:pathLst>
              <a:path w="4526" h="28">
                <a:moveTo>
                  <a:pt x="0" y="0"/>
                </a:moveTo>
                <a:lnTo>
                  <a:pt x="4526" y="0"/>
                </a:lnTo>
                <a:lnTo>
                  <a:pt x="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"/>
          <p:cNvSpPr/>
          <p:nvPr/>
        </p:nvSpPr>
        <p:spPr>
          <a:xfrm>
            <a:off x="5086080" y="50767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"/>
          <p:cNvSpPr/>
          <p:nvPr/>
        </p:nvSpPr>
        <p:spPr>
          <a:xfrm>
            <a:off x="5095800" y="5067000"/>
            <a:ext cx="3838680" cy="10080"/>
          </a:xfrm>
          <a:custGeom>
            <a:avLst/>
            <a:gdLst/>
            <a:ahLst/>
            <a:rect l="0" t="0" r="r" b="b"/>
            <a:pathLst>
              <a:path w="10663" h="28">
                <a:moveTo>
                  <a:pt x="0" y="0"/>
                </a:moveTo>
                <a:lnTo>
                  <a:pt x="10663" y="0"/>
                </a:lnTo>
                <a:lnTo>
                  <a:pt x="106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" name=""/>
          <p:cNvSpPr/>
          <p:nvPr/>
        </p:nvSpPr>
        <p:spPr>
          <a:xfrm>
            <a:off x="8924760" y="50767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" name=""/>
          <p:cNvSpPr/>
          <p:nvPr/>
        </p:nvSpPr>
        <p:spPr>
          <a:xfrm>
            <a:off x="752400" y="56196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" name=""/>
          <p:cNvSpPr/>
          <p:nvPr/>
        </p:nvSpPr>
        <p:spPr>
          <a:xfrm>
            <a:off x="752400" y="560988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" name=""/>
          <p:cNvSpPr/>
          <p:nvPr/>
        </p:nvSpPr>
        <p:spPr>
          <a:xfrm>
            <a:off x="3457440" y="56196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" name=""/>
          <p:cNvSpPr/>
          <p:nvPr/>
        </p:nvSpPr>
        <p:spPr>
          <a:xfrm>
            <a:off x="3466800" y="5609880"/>
            <a:ext cx="1629360" cy="10080"/>
          </a:xfrm>
          <a:custGeom>
            <a:avLst/>
            <a:gdLst/>
            <a:ahLst/>
            <a:rect l="0" t="0" r="r" b="b"/>
            <a:pathLst>
              <a:path w="4526" h="28">
                <a:moveTo>
                  <a:pt x="0" y="0"/>
                </a:moveTo>
                <a:lnTo>
                  <a:pt x="4526" y="0"/>
                </a:lnTo>
                <a:lnTo>
                  <a:pt x="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" name=""/>
          <p:cNvSpPr/>
          <p:nvPr/>
        </p:nvSpPr>
        <p:spPr>
          <a:xfrm>
            <a:off x="5086080" y="56196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" name=""/>
          <p:cNvSpPr/>
          <p:nvPr/>
        </p:nvSpPr>
        <p:spPr>
          <a:xfrm>
            <a:off x="5095800" y="5609880"/>
            <a:ext cx="3838680" cy="10080"/>
          </a:xfrm>
          <a:custGeom>
            <a:avLst/>
            <a:gdLst/>
            <a:ahLst/>
            <a:rect l="0" t="0" r="r" b="b"/>
            <a:pathLst>
              <a:path w="10663" h="28">
                <a:moveTo>
                  <a:pt x="0" y="0"/>
                </a:moveTo>
                <a:lnTo>
                  <a:pt x="10663" y="0"/>
                </a:lnTo>
                <a:lnTo>
                  <a:pt x="106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" name=""/>
          <p:cNvSpPr/>
          <p:nvPr/>
        </p:nvSpPr>
        <p:spPr>
          <a:xfrm>
            <a:off x="8924760" y="56196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" name=""/>
          <p:cNvSpPr/>
          <p:nvPr/>
        </p:nvSpPr>
        <p:spPr>
          <a:xfrm>
            <a:off x="752400" y="6153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" name=""/>
          <p:cNvSpPr/>
          <p:nvPr/>
        </p:nvSpPr>
        <p:spPr>
          <a:xfrm>
            <a:off x="752400" y="614340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" name=""/>
          <p:cNvSpPr/>
          <p:nvPr/>
        </p:nvSpPr>
        <p:spPr>
          <a:xfrm>
            <a:off x="3457440" y="6153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" name=""/>
          <p:cNvSpPr/>
          <p:nvPr/>
        </p:nvSpPr>
        <p:spPr>
          <a:xfrm>
            <a:off x="3466800" y="6143400"/>
            <a:ext cx="1629360" cy="10080"/>
          </a:xfrm>
          <a:custGeom>
            <a:avLst/>
            <a:gdLst/>
            <a:ahLst/>
            <a:rect l="0" t="0" r="r" b="b"/>
            <a:pathLst>
              <a:path w="4526" h="28">
                <a:moveTo>
                  <a:pt x="0" y="0"/>
                </a:moveTo>
                <a:lnTo>
                  <a:pt x="4526" y="0"/>
                </a:lnTo>
                <a:lnTo>
                  <a:pt x="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" name=""/>
          <p:cNvSpPr/>
          <p:nvPr/>
        </p:nvSpPr>
        <p:spPr>
          <a:xfrm>
            <a:off x="5086080" y="6153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" name=""/>
          <p:cNvSpPr/>
          <p:nvPr/>
        </p:nvSpPr>
        <p:spPr>
          <a:xfrm>
            <a:off x="5095800" y="6143400"/>
            <a:ext cx="3838680" cy="10080"/>
          </a:xfrm>
          <a:custGeom>
            <a:avLst/>
            <a:gdLst/>
            <a:ahLst/>
            <a:rect l="0" t="0" r="r" b="b"/>
            <a:pathLst>
              <a:path w="10663" h="28">
                <a:moveTo>
                  <a:pt x="0" y="0"/>
                </a:moveTo>
                <a:lnTo>
                  <a:pt x="10663" y="0"/>
                </a:lnTo>
                <a:lnTo>
                  <a:pt x="106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" name=""/>
          <p:cNvSpPr/>
          <p:nvPr/>
        </p:nvSpPr>
        <p:spPr>
          <a:xfrm>
            <a:off x="8924760" y="6153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" name=""/>
          <p:cNvSpPr/>
          <p:nvPr/>
        </p:nvSpPr>
        <p:spPr>
          <a:xfrm>
            <a:off x="752400" y="6696000"/>
            <a:ext cx="9720" cy="162000"/>
          </a:xfrm>
          <a:custGeom>
            <a:avLst/>
            <a:gdLst/>
            <a:ahLst/>
            <a:rect l="0" t="0" r="r" b="b"/>
            <a:pathLst>
              <a:path w="27" h="450">
                <a:moveTo>
                  <a:pt x="0" y="0"/>
                </a:moveTo>
                <a:lnTo>
                  <a:pt x="27" y="0"/>
                </a:lnTo>
                <a:lnTo>
                  <a:pt x="27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" name=""/>
          <p:cNvSpPr/>
          <p:nvPr/>
        </p:nvSpPr>
        <p:spPr>
          <a:xfrm>
            <a:off x="752400" y="6686280"/>
            <a:ext cx="2714760" cy="10080"/>
          </a:xfrm>
          <a:custGeom>
            <a:avLst/>
            <a:gdLst/>
            <a:ahLst/>
            <a:rect l="0" t="0" r="r" b="b"/>
            <a:pathLst>
              <a:path w="7541" h="28">
                <a:moveTo>
                  <a:pt x="0" y="0"/>
                </a:moveTo>
                <a:lnTo>
                  <a:pt x="7541" y="0"/>
                </a:lnTo>
                <a:lnTo>
                  <a:pt x="75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" name=""/>
          <p:cNvSpPr/>
          <p:nvPr/>
        </p:nvSpPr>
        <p:spPr>
          <a:xfrm>
            <a:off x="3457440" y="6696000"/>
            <a:ext cx="9720" cy="162000"/>
          </a:xfrm>
          <a:custGeom>
            <a:avLst/>
            <a:gdLst/>
            <a:ahLst/>
            <a:rect l="0" t="0" r="r" b="b"/>
            <a:pathLst>
              <a:path w="27" h="450">
                <a:moveTo>
                  <a:pt x="0" y="0"/>
                </a:moveTo>
                <a:lnTo>
                  <a:pt x="27" y="0"/>
                </a:lnTo>
                <a:lnTo>
                  <a:pt x="27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" name=""/>
          <p:cNvSpPr/>
          <p:nvPr/>
        </p:nvSpPr>
        <p:spPr>
          <a:xfrm>
            <a:off x="3466800" y="6686280"/>
            <a:ext cx="1629360" cy="10080"/>
          </a:xfrm>
          <a:custGeom>
            <a:avLst/>
            <a:gdLst/>
            <a:ahLst/>
            <a:rect l="0" t="0" r="r" b="b"/>
            <a:pathLst>
              <a:path w="4526" h="28">
                <a:moveTo>
                  <a:pt x="0" y="0"/>
                </a:moveTo>
                <a:lnTo>
                  <a:pt x="4526" y="0"/>
                </a:lnTo>
                <a:lnTo>
                  <a:pt x="45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" name=""/>
          <p:cNvSpPr/>
          <p:nvPr/>
        </p:nvSpPr>
        <p:spPr>
          <a:xfrm>
            <a:off x="5086080" y="6696000"/>
            <a:ext cx="10080" cy="162000"/>
          </a:xfrm>
          <a:custGeom>
            <a:avLst/>
            <a:gdLst/>
            <a:ahLst/>
            <a:rect l="0" t="0" r="r" b="b"/>
            <a:pathLst>
              <a:path w="28" h="450">
                <a:moveTo>
                  <a:pt x="0" y="0"/>
                </a:moveTo>
                <a:lnTo>
                  <a:pt x="28" y="0"/>
                </a:lnTo>
                <a:lnTo>
                  <a:pt x="28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" name=""/>
          <p:cNvSpPr/>
          <p:nvPr/>
        </p:nvSpPr>
        <p:spPr>
          <a:xfrm>
            <a:off x="5095800" y="6686280"/>
            <a:ext cx="3838680" cy="10080"/>
          </a:xfrm>
          <a:custGeom>
            <a:avLst/>
            <a:gdLst/>
            <a:ahLst/>
            <a:rect l="0" t="0" r="r" b="b"/>
            <a:pathLst>
              <a:path w="10663" h="28">
                <a:moveTo>
                  <a:pt x="0" y="0"/>
                </a:moveTo>
                <a:lnTo>
                  <a:pt x="10663" y="0"/>
                </a:lnTo>
                <a:lnTo>
                  <a:pt x="106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" name=""/>
          <p:cNvSpPr/>
          <p:nvPr/>
        </p:nvSpPr>
        <p:spPr>
          <a:xfrm>
            <a:off x="8924760" y="6696000"/>
            <a:ext cx="9720" cy="162000"/>
          </a:xfrm>
          <a:custGeom>
            <a:avLst/>
            <a:gdLst/>
            <a:ahLst/>
            <a:rect l="0" t="0" r="r" b="b"/>
            <a:pathLst>
              <a:path w="27" h="450">
                <a:moveTo>
                  <a:pt x="0" y="0"/>
                </a:moveTo>
                <a:lnTo>
                  <a:pt x="27" y="0"/>
                </a:lnTo>
                <a:lnTo>
                  <a:pt x="27" y="450"/>
                </a:lnTo>
                <a:lnTo>
                  <a:pt x="0" y="4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47720" y="718200"/>
            <a:ext cx="4420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実⾏⽅法・パラメータ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47720" y="1590840"/>
            <a:ext cx="1104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実⾏⽅法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14400" y="2306880"/>
            <a:ext cx="1037808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4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/Users/yamamoto/Desktop/CompPhysHack/.venv-base/bin/python lennard_jones_mc.py</a:t>
            </a:r>
            <a:endParaRPr lang="en-US" sz="174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47720" y="2895480"/>
            <a:ext cx="524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パラメータ（スクリプト冒頭で変更可能）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422000" y="353376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パラメータ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587760" y="353376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デフォルト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" name=""/>
          <p:cNvSpPr/>
          <p:nvPr/>
        </p:nvSpPr>
        <p:spPr>
          <a:xfrm>
            <a:off x="885600" y="4095720"/>
            <a:ext cx="324360" cy="371520"/>
          </a:xfrm>
          <a:custGeom>
            <a:avLst/>
            <a:gdLst/>
            <a:ahLst/>
            <a:rect l="0" t="0" r="r" b="b"/>
            <a:pathLst>
              <a:path w="901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42" y="0"/>
                </a:lnTo>
                <a:cubicBezTo>
                  <a:pt x="752" y="0"/>
                  <a:pt x="763" y="1"/>
                  <a:pt x="773" y="3"/>
                </a:cubicBezTo>
                <a:cubicBezTo>
                  <a:pt x="783" y="5"/>
                  <a:pt x="793" y="8"/>
                  <a:pt x="803" y="12"/>
                </a:cubicBezTo>
                <a:cubicBezTo>
                  <a:pt x="812" y="16"/>
                  <a:pt x="821" y="21"/>
                  <a:pt x="830" y="26"/>
                </a:cubicBezTo>
                <a:cubicBezTo>
                  <a:pt x="839" y="32"/>
                  <a:pt x="847" y="39"/>
                  <a:pt x="854" y="46"/>
                </a:cubicBezTo>
                <a:cubicBezTo>
                  <a:pt x="862" y="53"/>
                  <a:pt x="868" y="61"/>
                  <a:pt x="874" y="70"/>
                </a:cubicBezTo>
                <a:cubicBezTo>
                  <a:pt x="880" y="79"/>
                  <a:pt x="885" y="88"/>
                  <a:pt x="889" y="98"/>
                </a:cubicBezTo>
                <a:cubicBezTo>
                  <a:pt x="893" y="107"/>
                  <a:pt x="896" y="117"/>
                  <a:pt x="898" y="127"/>
                </a:cubicBezTo>
                <a:cubicBezTo>
                  <a:pt x="900" y="138"/>
                  <a:pt x="901" y="148"/>
                  <a:pt x="901" y="158"/>
                </a:cubicBezTo>
                <a:lnTo>
                  <a:pt x="901" y="874"/>
                </a:lnTo>
                <a:cubicBezTo>
                  <a:pt x="901" y="884"/>
                  <a:pt x="900" y="894"/>
                  <a:pt x="898" y="905"/>
                </a:cubicBezTo>
                <a:cubicBezTo>
                  <a:pt x="896" y="915"/>
                  <a:pt x="893" y="925"/>
                  <a:pt x="889" y="934"/>
                </a:cubicBezTo>
                <a:cubicBezTo>
                  <a:pt x="885" y="944"/>
                  <a:pt x="880" y="953"/>
                  <a:pt x="874" y="962"/>
                </a:cubicBezTo>
                <a:cubicBezTo>
                  <a:pt x="868" y="971"/>
                  <a:pt x="862" y="979"/>
                  <a:pt x="854" y="986"/>
                </a:cubicBezTo>
                <a:cubicBezTo>
                  <a:pt x="847" y="993"/>
                  <a:pt x="839" y="1000"/>
                  <a:pt x="830" y="1006"/>
                </a:cubicBezTo>
                <a:cubicBezTo>
                  <a:pt x="821" y="1011"/>
                  <a:pt x="812" y="1016"/>
                  <a:pt x="803" y="1020"/>
                </a:cubicBezTo>
                <a:cubicBezTo>
                  <a:pt x="793" y="1024"/>
                  <a:pt x="783" y="1027"/>
                  <a:pt x="773" y="1029"/>
                </a:cubicBezTo>
                <a:cubicBezTo>
                  <a:pt x="763" y="1031"/>
                  <a:pt x="752" y="1032"/>
                  <a:pt x="742" y="1032"/>
                </a:cubicBezTo>
                <a:lnTo>
                  <a:pt x="159" y="1032"/>
                </a:lnTo>
                <a:cubicBezTo>
                  <a:pt x="148" y="1032"/>
                  <a:pt x="138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8" y="1016"/>
                  <a:pt x="79" y="1011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733080" y="353376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説明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974880" y="414396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587760" y="4067280"/>
            <a:ext cx="3841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0.5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" name=""/>
          <p:cNvSpPr/>
          <p:nvPr/>
        </p:nvSpPr>
        <p:spPr>
          <a:xfrm>
            <a:off x="885600" y="463860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3097" y="0"/>
                </a:lnTo>
                <a:cubicBezTo>
                  <a:pt x="3107" y="0"/>
                  <a:pt x="3117" y="1"/>
                  <a:pt x="3128" y="4"/>
                </a:cubicBezTo>
                <a:cubicBezTo>
                  <a:pt x="3138" y="6"/>
                  <a:pt x="3148" y="9"/>
                  <a:pt x="3157" y="13"/>
                </a:cubicBezTo>
                <a:cubicBezTo>
                  <a:pt x="3167" y="17"/>
                  <a:pt x="3176" y="22"/>
                  <a:pt x="3185" y="27"/>
                </a:cubicBezTo>
                <a:cubicBezTo>
                  <a:pt x="3194" y="33"/>
                  <a:pt x="3202" y="40"/>
                  <a:pt x="3209" y="47"/>
                </a:cubicBezTo>
                <a:cubicBezTo>
                  <a:pt x="3216" y="55"/>
                  <a:pt x="3223" y="63"/>
                  <a:pt x="3229" y="71"/>
                </a:cubicBezTo>
                <a:cubicBezTo>
                  <a:pt x="3235" y="80"/>
                  <a:pt x="3239" y="89"/>
                  <a:pt x="3243" y="99"/>
                </a:cubicBezTo>
                <a:cubicBezTo>
                  <a:pt x="3247" y="108"/>
                  <a:pt x="3250" y="118"/>
                  <a:pt x="3252" y="128"/>
                </a:cubicBezTo>
                <a:cubicBezTo>
                  <a:pt x="3254" y="139"/>
                  <a:pt x="3255" y="149"/>
                  <a:pt x="3255" y="159"/>
                </a:cubicBezTo>
                <a:lnTo>
                  <a:pt x="3255" y="874"/>
                </a:lnTo>
                <a:cubicBezTo>
                  <a:pt x="3255" y="884"/>
                  <a:pt x="3254" y="895"/>
                  <a:pt x="3252" y="905"/>
                </a:cubicBezTo>
                <a:cubicBezTo>
                  <a:pt x="3250" y="915"/>
                  <a:pt x="3247" y="925"/>
                  <a:pt x="3243" y="935"/>
                </a:cubicBezTo>
                <a:cubicBezTo>
                  <a:pt x="3239" y="944"/>
                  <a:pt x="3235" y="953"/>
                  <a:pt x="3229" y="962"/>
                </a:cubicBezTo>
                <a:cubicBezTo>
                  <a:pt x="3223" y="971"/>
                  <a:pt x="3216" y="979"/>
                  <a:pt x="3209" y="986"/>
                </a:cubicBezTo>
                <a:cubicBezTo>
                  <a:pt x="3202" y="993"/>
                  <a:pt x="3194" y="1000"/>
                  <a:pt x="3185" y="1006"/>
                </a:cubicBezTo>
                <a:cubicBezTo>
                  <a:pt x="3176" y="1012"/>
                  <a:pt x="3167" y="1017"/>
                  <a:pt x="3157" y="1020"/>
                </a:cubicBezTo>
                <a:cubicBezTo>
                  <a:pt x="3148" y="1024"/>
                  <a:pt x="3138" y="1027"/>
                  <a:pt x="3128" y="1030"/>
                </a:cubicBezTo>
                <a:cubicBezTo>
                  <a:pt x="3117" y="1032"/>
                  <a:pt x="3107" y="1033"/>
                  <a:pt x="3097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217840" y="4067280"/>
            <a:ext cx="1931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温度（無次元）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974880" y="4686840"/>
            <a:ext cx="98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N_STEPS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587760" y="4610160"/>
            <a:ext cx="844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10,000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" name=""/>
          <p:cNvSpPr/>
          <p:nvPr/>
        </p:nvSpPr>
        <p:spPr>
          <a:xfrm>
            <a:off x="885600" y="517176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890" y="0"/>
                </a:lnTo>
                <a:cubicBezTo>
                  <a:pt x="3901" y="0"/>
                  <a:pt x="3911" y="1"/>
                  <a:pt x="3921" y="3"/>
                </a:cubicBezTo>
                <a:cubicBezTo>
                  <a:pt x="3932" y="5"/>
                  <a:pt x="3942" y="8"/>
                  <a:pt x="3951" y="12"/>
                </a:cubicBezTo>
                <a:cubicBezTo>
                  <a:pt x="3961" y="16"/>
                  <a:pt x="3970" y="21"/>
                  <a:pt x="3979" y="27"/>
                </a:cubicBezTo>
                <a:cubicBezTo>
                  <a:pt x="3987" y="33"/>
                  <a:pt x="3995" y="39"/>
                  <a:pt x="4003" y="47"/>
                </a:cubicBezTo>
                <a:cubicBezTo>
                  <a:pt x="4010" y="54"/>
                  <a:pt x="4017" y="62"/>
                  <a:pt x="4022" y="71"/>
                </a:cubicBezTo>
                <a:cubicBezTo>
                  <a:pt x="4028" y="80"/>
                  <a:pt x="4033" y="89"/>
                  <a:pt x="4037" y="98"/>
                </a:cubicBezTo>
                <a:cubicBezTo>
                  <a:pt x="4041" y="108"/>
                  <a:pt x="4044" y="118"/>
                  <a:pt x="4046" y="128"/>
                </a:cubicBezTo>
                <a:cubicBezTo>
                  <a:pt x="4048" y="138"/>
                  <a:pt x="4049" y="149"/>
                  <a:pt x="4049" y="159"/>
                </a:cubicBezTo>
                <a:lnTo>
                  <a:pt x="4049" y="874"/>
                </a:lnTo>
                <a:cubicBezTo>
                  <a:pt x="4049" y="885"/>
                  <a:pt x="4048" y="895"/>
                  <a:pt x="4046" y="905"/>
                </a:cubicBezTo>
                <a:cubicBezTo>
                  <a:pt x="4044" y="916"/>
                  <a:pt x="4041" y="926"/>
                  <a:pt x="4037" y="935"/>
                </a:cubicBezTo>
                <a:cubicBezTo>
                  <a:pt x="4033" y="945"/>
                  <a:pt x="4028" y="954"/>
                  <a:pt x="4022" y="963"/>
                </a:cubicBezTo>
                <a:cubicBezTo>
                  <a:pt x="4017" y="971"/>
                  <a:pt x="4010" y="979"/>
                  <a:pt x="4003" y="987"/>
                </a:cubicBezTo>
                <a:cubicBezTo>
                  <a:pt x="3995" y="994"/>
                  <a:pt x="3987" y="1001"/>
                  <a:pt x="3979" y="1006"/>
                </a:cubicBezTo>
                <a:cubicBezTo>
                  <a:pt x="3970" y="1012"/>
                  <a:pt x="3961" y="1017"/>
                  <a:pt x="3951" y="1021"/>
                </a:cubicBezTo>
                <a:cubicBezTo>
                  <a:pt x="3942" y="1025"/>
                  <a:pt x="3932" y="1028"/>
                  <a:pt x="3921" y="1030"/>
                </a:cubicBezTo>
                <a:cubicBezTo>
                  <a:pt x="3911" y="1032"/>
                  <a:pt x="3901" y="1033"/>
                  <a:pt x="3890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217840" y="4610160"/>
            <a:ext cx="3035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モンテカルロステップ数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74880" y="522000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DELTA_MAX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587760" y="5143320"/>
            <a:ext cx="3841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0.1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" name=""/>
          <p:cNvSpPr/>
          <p:nvPr/>
        </p:nvSpPr>
        <p:spPr>
          <a:xfrm>
            <a:off x="885600" y="5714640"/>
            <a:ext cx="1314720" cy="371880"/>
          </a:xfrm>
          <a:custGeom>
            <a:avLst/>
            <a:gdLst/>
            <a:ahLst/>
            <a:rect l="0" t="0" r="r" b="b"/>
            <a:pathLst>
              <a:path w="3652" h="1033">
                <a:moveTo>
                  <a:pt x="0" y="875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9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3494" y="0"/>
                </a:lnTo>
                <a:cubicBezTo>
                  <a:pt x="3504" y="0"/>
                  <a:pt x="3514" y="2"/>
                  <a:pt x="3525" y="4"/>
                </a:cubicBezTo>
                <a:cubicBezTo>
                  <a:pt x="3535" y="6"/>
                  <a:pt x="3545" y="9"/>
                  <a:pt x="3554" y="13"/>
                </a:cubicBezTo>
                <a:cubicBezTo>
                  <a:pt x="3564" y="17"/>
                  <a:pt x="3573" y="21"/>
                  <a:pt x="3582" y="27"/>
                </a:cubicBezTo>
                <a:cubicBezTo>
                  <a:pt x="3590" y="33"/>
                  <a:pt x="3599" y="40"/>
                  <a:pt x="3606" y="47"/>
                </a:cubicBezTo>
                <a:cubicBezTo>
                  <a:pt x="3613" y="54"/>
                  <a:pt x="3620" y="62"/>
                  <a:pt x="3626" y="71"/>
                </a:cubicBezTo>
                <a:cubicBezTo>
                  <a:pt x="3631" y="80"/>
                  <a:pt x="3636" y="89"/>
                  <a:pt x="3640" y="98"/>
                </a:cubicBezTo>
                <a:cubicBezTo>
                  <a:pt x="3644" y="109"/>
                  <a:pt x="3647" y="119"/>
                  <a:pt x="3649" y="129"/>
                </a:cubicBezTo>
                <a:cubicBezTo>
                  <a:pt x="3651" y="140"/>
                  <a:pt x="3652" y="150"/>
                  <a:pt x="3652" y="160"/>
                </a:cubicBezTo>
                <a:lnTo>
                  <a:pt x="3652" y="875"/>
                </a:lnTo>
                <a:cubicBezTo>
                  <a:pt x="3652" y="885"/>
                  <a:pt x="3651" y="895"/>
                  <a:pt x="3649" y="906"/>
                </a:cubicBezTo>
                <a:cubicBezTo>
                  <a:pt x="3647" y="916"/>
                  <a:pt x="3644" y="926"/>
                  <a:pt x="3640" y="935"/>
                </a:cubicBezTo>
                <a:cubicBezTo>
                  <a:pt x="3636" y="945"/>
                  <a:pt x="3631" y="954"/>
                  <a:pt x="3626" y="963"/>
                </a:cubicBezTo>
                <a:cubicBezTo>
                  <a:pt x="3620" y="971"/>
                  <a:pt x="3613" y="980"/>
                  <a:pt x="3606" y="987"/>
                </a:cubicBezTo>
                <a:cubicBezTo>
                  <a:pt x="3599" y="994"/>
                  <a:pt x="3590" y="1001"/>
                  <a:pt x="3582" y="1007"/>
                </a:cubicBezTo>
                <a:cubicBezTo>
                  <a:pt x="3573" y="1012"/>
                  <a:pt x="3564" y="1017"/>
                  <a:pt x="3554" y="1021"/>
                </a:cubicBezTo>
                <a:cubicBezTo>
                  <a:pt x="3545" y="1025"/>
                  <a:pt x="3535" y="1028"/>
                  <a:pt x="3525" y="1030"/>
                </a:cubicBezTo>
                <a:cubicBezTo>
                  <a:pt x="3514" y="1032"/>
                  <a:pt x="3504" y="1033"/>
                  <a:pt x="3494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80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217840" y="5143320"/>
            <a:ext cx="248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粒⼦の最⼤移動距離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74880" y="5763240"/>
            <a:ext cx="1131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BOX_SIZE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587760" y="5686560"/>
            <a:ext cx="5374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10.0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" name=""/>
          <p:cNvSpPr/>
          <p:nvPr/>
        </p:nvSpPr>
        <p:spPr>
          <a:xfrm>
            <a:off x="885600" y="6248160"/>
            <a:ext cx="324360" cy="371880"/>
          </a:xfrm>
          <a:custGeom>
            <a:avLst/>
            <a:gdLst/>
            <a:ahLst/>
            <a:rect l="0" t="0" r="r" b="b"/>
            <a:pathLst>
              <a:path w="901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42" y="0"/>
                </a:lnTo>
                <a:cubicBezTo>
                  <a:pt x="752" y="0"/>
                  <a:pt x="763" y="1"/>
                  <a:pt x="773" y="3"/>
                </a:cubicBezTo>
                <a:cubicBezTo>
                  <a:pt x="783" y="5"/>
                  <a:pt x="793" y="8"/>
                  <a:pt x="803" y="12"/>
                </a:cubicBezTo>
                <a:cubicBezTo>
                  <a:pt x="812" y="16"/>
                  <a:pt x="821" y="21"/>
                  <a:pt x="830" y="27"/>
                </a:cubicBezTo>
                <a:cubicBezTo>
                  <a:pt x="839" y="33"/>
                  <a:pt x="847" y="39"/>
                  <a:pt x="854" y="47"/>
                </a:cubicBezTo>
                <a:cubicBezTo>
                  <a:pt x="862" y="54"/>
                  <a:pt x="868" y="62"/>
                  <a:pt x="874" y="71"/>
                </a:cubicBezTo>
                <a:cubicBezTo>
                  <a:pt x="880" y="79"/>
                  <a:pt x="885" y="89"/>
                  <a:pt x="889" y="98"/>
                </a:cubicBezTo>
                <a:cubicBezTo>
                  <a:pt x="893" y="108"/>
                  <a:pt x="896" y="118"/>
                  <a:pt x="898" y="128"/>
                </a:cubicBezTo>
                <a:cubicBezTo>
                  <a:pt x="900" y="138"/>
                  <a:pt x="901" y="148"/>
                  <a:pt x="901" y="159"/>
                </a:cubicBezTo>
                <a:lnTo>
                  <a:pt x="901" y="874"/>
                </a:lnTo>
                <a:cubicBezTo>
                  <a:pt x="901" y="885"/>
                  <a:pt x="900" y="895"/>
                  <a:pt x="898" y="905"/>
                </a:cubicBezTo>
                <a:cubicBezTo>
                  <a:pt x="896" y="915"/>
                  <a:pt x="893" y="925"/>
                  <a:pt x="889" y="935"/>
                </a:cubicBezTo>
                <a:cubicBezTo>
                  <a:pt x="885" y="945"/>
                  <a:pt x="880" y="954"/>
                  <a:pt x="874" y="962"/>
                </a:cubicBezTo>
                <a:cubicBezTo>
                  <a:pt x="868" y="971"/>
                  <a:pt x="862" y="979"/>
                  <a:pt x="854" y="987"/>
                </a:cubicBezTo>
                <a:cubicBezTo>
                  <a:pt x="847" y="994"/>
                  <a:pt x="839" y="1000"/>
                  <a:pt x="830" y="1006"/>
                </a:cubicBezTo>
                <a:cubicBezTo>
                  <a:pt x="821" y="1012"/>
                  <a:pt x="812" y="1017"/>
                  <a:pt x="803" y="1021"/>
                </a:cubicBezTo>
                <a:cubicBezTo>
                  <a:pt x="793" y="1025"/>
                  <a:pt x="783" y="1028"/>
                  <a:pt x="773" y="1030"/>
                </a:cubicBezTo>
                <a:cubicBezTo>
                  <a:pt x="763" y="1032"/>
                  <a:pt x="752" y="1033"/>
                  <a:pt x="742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7" y="987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217840" y="5686560"/>
            <a:ext cx="3586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シミュレーション箱のサイズ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974880" y="6296400"/>
            <a:ext cx="234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587760" y="6219720"/>
            <a:ext cx="3074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64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" name=""/>
          <p:cNvSpPr/>
          <p:nvPr/>
        </p:nvSpPr>
        <p:spPr>
          <a:xfrm>
            <a:off x="885600" y="6791040"/>
            <a:ext cx="2162520" cy="66960"/>
          </a:xfrm>
          <a:custGeom>
            <a:avLst/>
            <a:gdLst/>
            <a:ahLst/>
            <a:rect l="0" t="0" r="r" b="b"/>
            <a:pathLst>
              <a:path w="6007" h="186">
                <a:moveTo>
                  <a:pt x="0" y="18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848" y="0"/>
                </a:lnTo>
                <a:cubicBezTo>
                  <a:pt x="5859" y="0"/>
                  <a:pt x="5869" y="1"/>
                  <a:pt x="5879" y="3"/>
                </a:cubicBezTo>
                <a:cubicBezTo>
                  <a:pt x="5890" y="5"/>
                  <a:pt x="5900" y="8"/>
                  <a:pt x="5909" y="12"/>
                </a:cubicBezTo>
                <a:cubicBezTo>
                  <a:pt x="5919" y="16"/>
                  <a:pt x="5928" y="21"/>
                  <a:pt x="5937" y="27"/>
                </a:cubicBezTo>
                <a:cubicBezTo>
                  <a:pt x="5945" y="33"/>
                  <a:pt x="5953" y="39"/>
                  <a:pt x="5961" y="47"/>
                </a:cubicBezTo>
                <a:cubicBezTo>
                  <a:pt x="5968" y="54"/>
                  <a:pt x="5975" y="62"/>
                  <a:pt x="5980" y="71"/>
                </a:cubicBezTo>
                <a:cubicBezTo>
                  <a:pt x="5986" y="80"/>
                  <a:pt x="5991" y="89"/>
                  <a:pt x="5995" y="98"/>
                </a:cubicBezTo>
                <a:cubicBezTo>
                  <a:pt x="5999" y="109"/>
                  <a:pt x="6002" y="119"/>
                  <a:pt x="6004" y="129"/>
                </a:cubicBezTo>
                <a:cubicBezTo>
                  <a:pt x="6006" y="139"/>
                  <a:pt x="6007" y="150"/>
                  <a:pt x="6007" y="160"/>
                </a:cubicBezTo>
                <a:lnTo>
                  <a:pt x="6007" y="186"/>
                </a:lnTo>
                <a:lnTo>
                  <a:pt x="0" y="186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217840" y="621972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粒⼦数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605640" y="676260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保存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7745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47720" y="851400"/>
            <a:ext cx="2210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物理モデル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" name=""/>
          <p:cNvSpPr/>
          <p:nvPr/>
        </p:nvSpPr>
        <p:spPr>
          <a:xfrm>
            <a:off x="4162320" y="2529000"/>
            <a:ext cx="227880" cy="224280"/>
          </a:xfrm>
          <a:custGeom>
            <a:avLst/>
            <a:gdLst/>
            <a:ahLst/>
            <a:rect l="0" t="0" r="r" b="b"/>
            <a:pathLst>
              <a:path w="633" h="623">
                <a:moveTo>
                  <a:pt x="0" y="31"/>
                </a:moveTo>
                <a:cubicBezTo>
                  <a:pt x="0" y="18"/>
                  <a:pt x="4" y="8"/>
                  <a:pt x="12" y="0"/>
                </a:cubicBezTo>
                <a:lnTo>
                  <a:pt x="22" y="0"/>
                </a:lnTo>
                <a:cubicBezTo>
                  <a:pt x="46" y="2"/>
                  <a:pt x="77" y="3"/>
                  <a:pt x="114" y="3"/>
                </a:cubicBezTo>
                <a:cubicBezTo>
                  <a:pt x="185" y="3"/>
                  <a:pt x="225" y="2"/>
                  <a:pt x="238" y="0"/>
                </a:cubicBezTo>
                <a:lnTo>
                  <a:pt x="247" y="0"/>
                </a:lnTo>
                <a:cubicBezTo>
                  <a:pt x="250" y="4"/>
                  <a:pt x="252" y="6"/>
                  <a:pt x="252" y="8"/>
                </a:cubicBezTo>
                <a:cubicBezTo>
                  <a:pt x="252" y="10"/>
                  <a:pt x="251" y="15"/>
                  <a:pt x="250" y="24"/>
                </a:cubicBezTo>
                <a:cubicBezTo>
                  <a:pt x="247" y="33"/>
                  <a:pt x="244" y="38"/>
                  <a:pt x="242" y="41"/>
                </a:cubicBezTo>
                <a:lnTo>
                  <a:pt x="224" y="41"/>
                </a:lnTo>
                <a:cubicBezTo>
                  <a:pt x="211" y="42"/>
                  <a:pt x="202" y="42"/>
                  <a:pt x="197" y="42"/>
                </a:cubicBezTo>
                <a:cubicBezTo>
                  <a:pt x="180" y="45"/>
                  <a:pt x="171" y="50"/>
                  <a:pt x="169" y="56"/>
                </a:cubicBezTo>
                <a:cubicBezTo>
                  <a:pt x="169" y="57"/>
                  <a:pt x="177" y="132"/>
                  <a:pt x="195" y="278"/>
                </a:cubicBezTo>
                <a:cubicBezTo>
                  <a:pt x="212" y="424"/>
                  <a:pt x="220" y="498"/>
                  <a:pt x="221" y="499"/>
                </a:cubicBezTo>
                <a:lnTo>
                  <a:pt x="285" y="396"/>
                </a:lnTo>
                <a:cubicBezTo>
                  <a:pt x="328" y="327"/>
                  <a:pt x="371" y="258"/>
                  <a:pt x="414" y="188"/>
                </a:cubicBezTo>
                <a:cubicBezTo>
                  <a:pt x="457" y="118"/>
                  <a:pt x="479" y="81"/>
                  <a:pt x="480" y="79"/>
                </a:cubicBezTo>
                <a:cubicBezTo>
                  <a:pt x="482" y="74"/>
                  <a:pt x="484" y="70"/>
                  <a:pt x="484" y="65"/>
                </a:cubicBezTo>
                <a:cubicBezTo>
                  <a:pt x="484" y="51"/>
                  <a:pt x="471" y="43"/>
                  <a:pt x="445" y="41"/>
                </a:cubicBezTo>
                <a:cubicBezTo>
                  <a:pt x="434" y="41"/>
                  <a:pt x="429" y="37"/>
                  <a:pt x="429" y="31"/>
                </a:cubicBezTo>
                <a:cubicBezTo>
                  <a:pt x="429" y="30"/>
                  <a:pt x="430" y="27"/>
                  <a:pt x="431" y="20"/>
                </a:cubicBezTo>
                <a:cubicBezTo>
                  <a:pt x="433" y="11"/>
                  <a:pt x="434" y="6"/>
                  <a:pt x="436" y="4"/>
                </a:cubicBezTo>
                <a:cubicBezTo>
                  <a:pt x="438" y="1"/>
                  <a:pt x="442" y="0"/>
                  <a:pt x="447" y="0"/>
                </a:cubicBezTo>
                <a:cubicBezTo>
                  <a:pt x="449" y="0"/>
                  <a:pt x="452" y="0"/>
                  <a:pt x="458" y="0"/>
                </a:cubicBezTo>
                <a:cubicBezTo>
                  <a:pt x="464" y="0"/>
                  <a:pt x="474" y="0"/>
                  <a:pt x="488" y="1"/>
                </a:cubicBezTo>
                <a:cubicBezTo>
                  <a:pt x="502" y="2"/>
                  <a:pt x="521" y="2"/>
                  <a:pt x="544" y="2"/>
                </a:cubicBezTo>
                <a:cubicBezTo>
                  <a:pt x="585" y="2"/>
                  <a:pt x="611" y="1"/>
                  <a:pt x="621" y="0"/>
                </a:cubicBezTo>
                <a:lnTo>
                  <a:pt x="627" y="0"/>
                </a:lnTo>
                <a:cubicBezTo>
                  <a:pt x="631" y="4"/>
                  <a:pt x="633" y="7"/>
                  <a:pt x="633" y="10"/>
                </a:cubicBezTo>
                <a:cubicBezTo>
                  <a:pt x="633" y="20"/>
                  <a:pt x="631" y="29"/>
                  <a:pt x="626" y="38"/>
                </a:cubicBezTo>
                <a:cubicBezTo>
                  <a:pt x="624" y="40"/>
                  <a:pt x="619" y="41"/>
                  <a:pt x="611" y="41"/>
                </a:cubicBezTo>
                <a:cubicBezTo>
                  <a:pt x="603" y="41"/>
                  <a:pt x="596" y="42"/>
                  <a:pt x="589" y="42"/>
                </a:cubicBezTo>
                <a:cubicBezTo>
                  <a:pt x="583" y="43"/>
                  <a:pt x="577" y="44"/>
                  <a:pt x="571" y="47"/>
                </a:cubicBezTo>
                <a:cubicBezTo>
                  <a:pt x="565" y="49"/>
                  <a:pt x="560" y="51"/>
                  <a:pt x="557" y="53"/>
                </a:cubicBezTo>
                <a:cubicBezTo>
                  <a:pt x="553" y="55"/>
                  <a:pt x="550" y="57"/>
                  <a:pt x="546" y="60"/>
                </a:cubicBezTo>
                <a:cubicBezTo>
                  <a:pt x="543" y="63"/>
                  <a:pt x="540" y="65"/>
                  <a:pt x="537" y="66"/>
                </a:cubicBezTo>
                <a:cubicBezTo>
                  <a:pt x="535" y="67"/>
                  <a:pt x="533" y="70"/>
                  <a:pt x="530" y="74"/>
                </a:cubicBezTo>
                <a:cubicBezTo>
                  <a:pt x="528" y="78"/>
                  <a:pt x="526" y="80"/>
                  <a:pt x="524" y="80"/>
                </a:cubicBezTo>
                <a:lnTo>
                  <a:pt x="354" y="355"/>
                </a:lnTo>
                <a:cubicBezTo>
                  <a:pt x="248" y="526"/>
                  <a:pt x="194" y="613"/>
                  <a:pt x="190" y="617"/>
                </a:cubicBezTo>
                <a:cubicBezTo>
                  <a:pt x="188" y="618"/>
                  <a:pt x="186" y="620"/>
                  <a:pt x="184" y="622"/>
                </a:cubicBezTo>
                <a:lnTo>
                  <a:pt x="168" y="623"/>
                </a:lnTo>
                <a:lnTo>
                  <a:pt x="162" y="623"/>
                </a:lnTo>
                <a:cubicBezTo>
                  <a:pt x="151" y="623"/>
                  <a:pt x="146" y="620"/>
                  <a:pt x="146" y="616"/>
                </a:cubicBezTo>
                <a:cubicBezTo>
                  <a:pt x="144" y="613"/>
                  <a:pt x="133" y="519"/>
                  <a:pt x="111" y="334"/>
                </a:cubicBezTo>
                <a:cubicBezTo>
                  <a:pt x="88" y="147"/>
                  <a:pt x="77" y="52"/>
                  <a:pt x="76" y="50"/>
                </a:cubicBezTo>
                <a:cubicBezTo>
                  <a:pt x="73" y="44"/>
                  <a:pt x="55" y="41"/>
                  <a:pt x="22" y="41"/>
                </a:cubicBezTo>
                <a:lnTo>
                  <a:pt x="7" y="41"/>
                </a:lnTo>
                <a:cubicBezTo>
                  <a:pt x="3" y="38"/>
                  <a:pt x="0" y="35"/>
                  <a:pt x="0" y="3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4" name=""/>
          <p:cNvSpPr/>
          <p:nvPr/>
        </p:nvSpPr>
        <p:spPr>
          <a:xfrm>
            <a:off x="4419720" y="2507760"/>
            <a:ext cx="76320" cy="317880"/>
          </a:xfrm>
          <a:custGeom>
            <a:avLst/>
            <a:gdLst/>
            <a:ahLst/>
            <a:rect l="0" t="0" r="r" b="b"/>
            <a:pathLst>
              <a:path w="212" h="883">
                <a:moveTo>
                  <a:pt x="0" y="441"/>
                </a:moveTo>
                <a:cubicBezTo>
                  <a:pt x="0" y="400"/>
                  <a:pt x="3" y="362"/>
                  <a:pt x="10" y="325"/>
                </a:cubicBezTo>
                <a:cubicBezTo>
                  <a:pt x="16" y="289"/>
                  <a:pt x="23" y="257"/>
                  <a:pt x="30" y="231"/>
                </a:cubicBezTo>
                <a:cubicBezTo>
                  <a:pt x="38" y="205"/>
                  <a:pt x="49" y="179"/>
                  <a:pt x="63" y="153"/>
                </a:cubicBezTo>
                <a:cubicBezTo>
                  <a:pt x="77" y="128"/>
                  <a:pt x="88" y="108"/>
                  <a:pt x="97" y="94"/>
                </a:cubicBezTo>
                <a:cubicBezTo>
                  <a:pt x="105" y="80"/>
                  <a:pt x="117" y="65"/>
                  <a:pt x="134" y="49"/>
                </a:cubicBezTo>
                <a:cubicBezTo>
                  <a:pt x="150" y="32"/>
                  <a:pt x="160" y="22"/>
                  <a:pt x="163" y="19"/>
                </a:cubicBezTo>
                <a:cubicBezTo>
                  <a:pt x="166" y="15"/>
                  <a:pt x="173" y="9"/>
                  <a:pt x="185" y="0"/>
                </a:cubicBezTo>
                <a:lnTo>
                  <a:pt x="196" y="0"/>
                </a:lnTo>
                <a:lnTo>
                  <a:pt x="200" y="0"/>
                </a:lnTo>
                <a:cubicBezTo>
                  <a:pt x="208" y="0"/>
                  <a:pt x="212" y="3"/>
                  <a:pt x="212" y="8"/>
                </a:cubicBezTo>
                <a:cubicBezTo>
                  <a:pt x="212" y="10"/>
                  <a:pt x="207" y="16"/>
                  <a:pt x="197" y="27"/>
                </a:cubicBezTo>
                <a:cubicBezTo>
                  <a:pt x="187" y="37"/>
                  <a:pt x="175" y="53"/>
                  <a:pt x="161" y="73"/>
                </a:cubicBezTo>
                <a:cubicBezTo>
                  <a:pt x="147" y="94"/>
                  <a:pt x="132" y="119"/>
                  <a:pt x="118" y="149"/>
                </a:cubicBezTo>
                <a:cubicBezTo>
                  <a:pt x="103" y="179"/>
                  <a:pt x="91" y="220"/>
                  <a:pt x="81" y="271"/>
                </a:cubicBezTo>
                <a:cubicBezTo>
                  <a:pt x="71" y="322"/>
                  <a:pt x="66" y="379"/>
                  <a:pt x="66" y="441"/>
                </a:cubicBezTo>
                <a:cubicBezTo>
                  <a:pt x="66" y="503"/>
                  <a:pt x="71" y="561"/>
                  <a:pt x="81" y="611"/>
                </a:cubicBezTo>
                <a:cubicBezTo>
                  <a:pt x="91" y="662"/>
                  <a:pt x="103" y="702"/>
                  <a:pt x="117" y="734"/>
                </a:cubicBezTo>
                <a:cubicBezTo>
                  <a:pt x="131" y="765"/>
                  <a:pt x="145" y="790"/>
                  <a:pt x="160" y="809"/>
                </a:cubicBezTo>
                <a:cubicBezTo>
                  <a:pt x="175" y="829"/>
                  <a:pt x="187" y="844"/>
                  <a:pt x="197" y="856"/>
                </a:cubicBezTo>
                <a:cubicBezTo>
                  <a:pt x="207" y="868"/>
                  <a:pt x="212" y="874"/>
                  <a:pt x="212" y="875"/>
                </a:cubicBezTo>
                <a:cubicBezTo>
                  <a:pt x="212" y="880"/>
                  <a:pt x="208" y="883"/>
                  <a:pt x="199" y="883"/>
                </a:cubicBezTo>
                <a:lnTo>
                  <a:pt x="196" y="883"/>
                </a:lnTo>
                <a:lnTo>
                  <a:pt x="185" y="883"/>
                </a:lnTo>
                <a:lnTo>
                  <a:pt x="160" y="861"/>
                </a:lnTo>
                <a:cubicBezTo>
                  <a:pt x="105" y="811"/>
                  <a:pt x="64" y="749"/>
                  <a:pt x="39" y="675"/>
                </a:cubicBezTo>
                <a:cubicBezTo>
                  <a:pt x="14" y="600"/>
                  <a:pt x="0" y="521"/>
                  <a:pt x="0" y="44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5" name=""/>
          <p:cNvSpPr/>
          <p:nvPr/>
        </p:nvSpPr>
        <p:spPr>
          <a:xfrm>
            <a:off x="4520160" y="2605320"/>
            <a:ext cx="129960" cy="144360"/>
          </a:xfrm>
          <a:custGeom>
            <a:avLst/>
            <a:gdLst/>
            <a:ahLst/>
            <a:rect l="0" t="0" r="r" b="b"/>
            <a:pathLst>
              <a:path w="361" h="401">
                <a:moveTo>
                  <a:pt x="0" y="137"/>
                </a:moveTo>
                <a:cubicBezTo>
                  <a:pt x="0" y="135"/>
                  <a:pt x="1" y="133"/>
                  <a:pt x="2" y="130"/>
                </a:cubicBezTo>
                <a:cubicBezTo>
                  <a:pt x="2" y="127"/>
                  <a:pt x="4" y="121"/>
                  <a:pt x="6" y="111"/>
                </a:cubicBezTo>
                <a:cubicBezTo>
                  <a:pt x="8" y="101"/>
                  <a:pt x="11" y="92"/>
                  <a:pt x="15" y="83"/>
                </a:cubicBezTo>
                <a:cubicBezTo>
                  <a:pt x="18" y="75"/>
                  <a:pt x="23" y="65"/>
                  <a:pt x="28" y="54"/>
                </a:cubicBezTo>
                <a:cubicBezTo>
                  <a:pt x="33" y="43"/>
                  <a:pt x="39" y="34"/>
                  <a:pt x="46" y="28"/>
                </a:cubicBezTo>
                <a:cubicBezTo>
                  <a:pt x="52" y="21"/>
                  <a:pt x="60" y="15"/>
                  <a:pt x="69" y="8"/>
                </a:cubicBezTo>
                <a:cubicBezTo>
                  <a:pt x="77" y="2"/>
                  <a:pt x="87" y="-1"/>
                  <a:pt x="98" y="1"/>
                </a:cubicBezTo>
                <a:cubicBezTo>
                  <a:pt x="115" y="1"/>
                  <a:pt x="130" y="4"/>
                  <a:pt x="143" y="11"/>
                </a:cubicBezTo>
                <a:cubicBezTo>
                  <a:pt x="156" y="18"/>
                  <a:pt x="165" y="25"/>
                  <a:pt x="170" y="31"/>
                </a:cubicBezTo>
                <a:cubicBezTo>
                  <a:pt x="175" y="36"/>
                  <a:pt x="179" y="42"/>
                  <a:pt x="180" y="48"/>
                </a:cubicBezTo>
                <a:cubicBezTo>
                  <a:pt x="181" y="52"/>
                  <a:pt x="182" y="53"/>
                  <a:pt x="182" y="53"/>
                </a:cubicBezTo>
                <a:cubicBezTo>
                  <a:pt x="183" y="53"/>
                  <a:pt x="185" y="51"/>
                  <a:pt x="189" y="47"/>
                </a:cubicBezTo>
                <a:cubicBezTo>
                  <a:pt x="218" y="17"/>
                  <a:pt x="251" y="1"/>
                  <a:pt x="288" y="1"/>
                </a:cubicBezTo>
                <a:lnTo>
                  <a:pt x="291" y="1"/>
                </a:lnTo>
                <a:cubicBezTo>
                  <a:pt x="319" y="1"/>
                  <a:pt x="340" y="13"/>
                  <a:pt x="354" y="38"/>
                </a:cubicBezTo>
                <a:cubicBezTo>
                  <a:pt x="359" y="49"/>
                  <a:pt x="361" y="60"/>
                  <a:pt x="361" y="70"/>
                </a:cubicBezTo>
                <a:cubicBezTo>
                  <a:pt x="361" y="88"/>
                  <a:pt x="358" y="102"/>
                  <a:pt x="350" y="113"/>
                </a:cubicBezTo>
                <a:cubicBezTo>
                  <a:pt x="342" y="123"/>
                  <a:pt x="335" y="130"/>
                  <a:pt x="327" y="133"/>
                </a:cubicBezTo>
                <a:cubicBezTo>
                  <a:pt x="319" y="136"/>
                  <a:pt x="312" y="137"/>
                  <a:pt x="305" y="136"/>
                </a:cubicBezTo>
                <a:cubicBezTo>
                  <a:pt x="293" y="136"/>
                  <a:pt x="284" y="133"/>
                  <a:pt x="277" y="127"/>
                </a:cubicBezTo>
                <a:cubicBezTo>
                  <a:pt x="270" y="120"/>
                  <a:pt x="266" y="112"/>
                  <a:pt x="266" y="101"/>
                </a:cubicBezTo>
                <a:cubicBezTo>
                  <a:pt x="266" y="73"/>
                  <a:pt x="283" y="54"/>
                  <a:pt x="316" y="45"/>
                </a:cubicBezTo>
                <a:cubicBezTo>
                  <a:pt x="303" y="37"/>
                  <a:pt x="292" y="33"/>
                  <a:pt x="284" y="33"/>
                </a:cubicBezTo>
                <a:cubicBezTo>
                  <a:pt x="251" y="33"/>
                  <a:pt x="220" y="55"/>
                  <a:pt x="192" y="98"/>
                </a:cubicBezTo>
                <a:cubicBezTo>
                  <a:pt x="186" y="108"/>
                  <a:pt x="182" y="118"/>
                  <a:pt x="179" y="127"/>
                </a:cubicBezTo>
                <a:cubicBezTo>
                  <a:pt x="176" y="137"/>
                  <a:pt x="166" y="178"/>
                  <a:pt x="149" y="246"/>
                </a:cubicBezTo>
                <a:cubicBezTo>
                  <a:pt x="129" y="328"/>
                  <a:pt x="117" y="372"/>
                  <a:pt x="114" y="377"/>
                </a:cubicBezTo>
                <a:cubicBezTo>
                  <a:pt x="107" y="393"/>
                  <a:pt x="94" y="401"/>
                  <a:pt x="77" y="401"/>
                </a:cubicBezTo>
                <a:cubicBezTo>
                  <a:pt x="69" y="401"/>
                  <a:pt x="63" y="399"/>
                  <a:pt x="58" y="396"/>
                </a:cubicBezTo>
                <a:cubicBezTo>
                  <a:pt x="53" y="392"/>
                  <a:pt x="50" y="389"/>
                  <a:pt x="48" y="385"/>
                </a:cubicBezTo>
                <a:cubicBezTo>
                  <a:pt x="47" y="381"/>
                  <a:pt x="46" y="379"/>
                  <a:pt x="47" y="376"/>
                </a:cubicBezTo>
                <a:cubicBezTo>
                  <a:pt x="47" y="369"/>
                  <a:pt x="58" y="318"/>
                  <a:pt x="82" y="225"/>
                </a:cubicBezTo>
                <a:cubicBezTo>
                  <a:pt x="105" y="130"/>
                  <a:pt x="117" y="78"/>
                  <a:pt x="117" y="68"/>
                </a:cubicBezTo>
                <a:cubicBezTo>
                  <a:pt x="117" y="45"/>
                  <a:pt x="109" y="33"/>
                  <a:pt x="94" y="33"/>
                </a:cubicBezTo>
                <a:cubicBezTo>
                  <a:pt x="82" y="33"/>
                  <a:pt x="71" y="41"/>
                  <a:pt x="62" y="58"/>
                </a:cubicBezTo>
                <a:cubicBezTo>
                  <a:pt x="54" y="74"/>
                  <a:pt x="47" y="92"/>
                  <a:pt x="41" y="112"/>
                </a:cubicBezTo>
                <a:cubicBezTo>
                  <a:pt x="36" y="131"/>
                  <a:pt x="33" y="142"/>
                  <a:pt x="32" y="143"/>
                </a:cubicBezTo>
                <a:cubicBezTo>
                  <a:pt x="30" y="146"/>
                  <a:pt x="26" y="146"/>
                  <a:pt x="17" y="146"/>
                </a:cubicBezTo>
                <a:lnTo>
                  <a:pt x="5" y="146"/>
                </a:lnTo>
                <a:cubicBezTo>
                  <a:pt x="2" y="142"/>
                  <a:pt x="0" y="139"/>
                  <a:pt x="0" y="13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6" name=""/>
          <p:cNvSpPr/>
          <p:nvPr/>
        </p:nvSpPr>
        <p:spPr>
          <a:xfrm>
            <a:off x="4673880" y="2507760"/>
            <a:ext cx="76320" cy="317880"/>
          </a:xfrm>
          <a:custGeom>
            <a:avLst/>
            <a:gdLst/>
            <a:ahLst/>
            <a:rect l="0" t="0" r="r" b="b"/>
            <a:pathLst>
              <a:path w="212" h="883">
                <a:moveTo>
                  <a:pt x="5" y="1"/>
                </a:moveTo>
                <a:lnTo>
                  <a:pt x="8" y="0"/>
                </a:lnTo>
                <a:cubicBezTo>
                  <a:pt x="11" y="0"/>
                  <a:pt x="14" y="0"/>
                  <a:pt x="17" y="0"/>
                </a:cubicBezTo>
                <a:lnTo>
                  <a:pt x="28" y="0"/>
                </a:lnTo>
                <a:lnTo>
                  <a:pt x="52" y="21"/>
                </a:lnTo>
                <a:cubicBezTo>
                  <a:pt x="108" y="71"/>
                  <a:pt x="149" y="133"/>
                  <a:pt x="174" y="208"/>
                </a:cubicBezTo>
                <a:cubicBezTo>
                  <a:pt x="199" y="283"/>
                  <a:pt x="212" y="360"/>
                  <a:pt x="212" y="441"/>
                </a:cubicBezTo>
                <a:cubicBezTo>
                  <a:pt x="212" y="481"/>
                  <a:pt x="209" y="519"/>
                  <a:pt x="203" y="557"/>
                </a:cubicBezTo>
                <a:cubicBezTo>
                  <a:pt x="197" y="594"/>
                  <a:pt x="191" y="626"/>
                  <a:pt x="183" y="652"/>
                </a:cubicBezTo>
                <a:cubicBezTo>
                  <a:pt x="175" y="677"/>
                  <a:pt x="164" y="703"/>
                  <a:pt x="150" y="729"/>
                </a:cubicBezTo>
                <a:cubicBezTo>
                  <a:pt x="135" y="755"/>
                  <a:pt x="124" y="775"/>
                  <a:pt x="116" y="788"/>
                </a:cubicBezTo>
                <a:cubicBezTo>
                  <a:pt x="108" y="802"/>
                  <a:pt x="96" y="817"/>
                  <a:pt x="80" y="833"/>
                </a:cubicBezTo>
                <a:cubicBezTo>
                  <a:pt x="64" y="850"/>
                  <a:pt x="54" y="859"/>
                  <a:pt x="51" y="862"/>
                </a:cubicBezTo>
                <a:cubicBezTo>
                  <a:pt x="49" y="865"/>
                  <a:pt x="42" y="871"/>
                  <a:pt x="31" y="879"/>
                </a:cubicBezTo>
                <a:cubicBezTo>
                  <a:pt x="29" y="881"/>
                  <a:pt x="28" y="882"/>
                  <a:pt x="28" y="883"/>
                </a:cubicBezTo>
                <a:lnTo>
                  <a:pt x="17" y="883"/>
                </a:lnTo>
                <a:cubicBezTo>
                  <a:pt x="12" y="883"/>
                  <a:pt x="9" y="883"/>
                  <a:pt x="7" y="883"/>
                </a:cubicBezTo>
                <a:cubicBezTo>
                  <a:pt x="6" y="883"/>
                  <a:pt x="4" y="882"/>
                  <a:pt x="3" y="880"/>
                </a:cubicBezTo>
                <a:cubicBezTo>
                  <a:pt x="2" y="878"/>
                  <a:pt x="1" y="875"/>
                  <a:pt x="0" y="872"/>
                </a:cubicBezTo>
                <a:cubicBezTo>
                  <a:pt x="1" y="871"/>
                  <a:pt x="4" y="868"/>
                  <a:pt x="10" y="860"/>
                </a:cubicBezTo>
                <a:cubicBezTo>
                  <a:pt x="101" y="766"/>
                  <a:pt x="148" y="626"/>
                  <a:pt x="148" y="441"/>
                </a:cubicBezTo>
                <a:cubicBezTo>
                  <a:pt x="148" y="256"/>
                  <a:pt x="101" y="117"/>
                  <a:pt x="10" y="22"/>
                </a:cubicBezTo>
                <a:cubicBezTo>
                  <a:pt x="4" y="15"/>
                  <a:pt x="1" y="11"/>
                  <a:pt x="0" y="11"/>
                </a:cubicBezTo>
                <a:cubicBezTo>
                  <a:pt x="0" y="6"/>
                  <a:pt x="2" y="3"/>
                  <a:pt x="5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7" name=""/>
          <p:cNvSpPr/>
          <p:nvPr/>
        </p:nvSpPr>
        <p:spPr>
          <a:xfrm>
            <a:off x="4885920" y="2629440"/>
            <a:ext cx="211680" cy="74520"/>
          </a:xfrm>
          <a:custGeom>
            <a:avLst/>
            <a:gdLst/>
            <a:ahLst/>
            <a:rect l="0" t="0" r="r" b="b"/>
            <a:pathLst>
              <a:path w="588" h="207">
                <a:moveTo>
                  <a:pt x="0" y="18"/>
                </a:moveTo>
                <a:cubicBezTo>
                  <a:pt x="0" y="11"/>
                  <a:pt x="4" y="4"/>
                  <a:pt x="12" y="0"/>
                </a:cubicBezTo>
                <a:lnTo>
                  <a:pt x="575" y="0"/>
                </a:lnTo>
                <a:cubicBezTo>
                  <a:pt x="584" y="4"/>
                  <a:pt x="588" y="11"/>
                  <a:pt x="588" y="18"/>
                </a:cubicBezTo>
                <a:cubicBezTo>
                  <a:pt x="588" y="25"/>
                  <a:pt x="584" y="30"/>
                  <a:pt x="576" y="35"/>
                </a:cubicBezTo>
                <a:lnTo>
                  <a:pt x="295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89"/>
                </a:moveTo>
                <a:cubicBezTo>
                  <a:pt x="0" y="180"/>
                  <a:pt x="5" y="175"/>
                  <a:pt x="14" y="172"/>
                </a:cubicBezTo>
                <a:lnTo>
                  <a:pt x="576" y="172"/>
                </a:lnTo>
                <a:cubicBezTo>
                  <a:pt x="584" y="178"/>
                  <a:pt x="588" y="183"/>
                  <a:pt x="588" y="189"/>
                </a:cubicBezTo>
                <a:cubicBezTo>
                  <a:pt x="588" y="197"/>
                  <a:pt x="584" y="203"/>
                  <a:pt x="575" y="207"/>
                </a:cubicBezTo>
                <a:lnTo>
                  <a:pt x="12" y="207"/>
                </a:lnTo>
                <a:cubicBezTo>
                  <a:pt x="4" y="203"/>
                  <a:pt x="0" y="197"/>
                  <a:pt x="0" y="18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8" name=""/>
          <p:cNvSpPr/>
          <p:nvPr/>
        </p:nvSpPr>
        <p:spPr>
          <a:xfrm>
            <a:off x="5212080" y="2530800"/>
            <a:ext cx="140760" cy="215280"/>
          </a:xfrm>
          <a:custGeom>
            <a:avLst/>
            <a:gdLst/>
            <a:ahLst/>
            <a:rect l="0" t="0" r="r" b="b"/>
            <a:pathLst>
              <a:path w="391" h="598">
                <a:moveTo>
                  <a:pt x="384" y="598"/>
                </a:moveTo>
                <a:cubicBezTo>
                  <a:pt x="373" y="596"/>
                  <a:pt x="335" y="596"/>
                  <a:pt x="270" y="596"/>
                </a:cubicBezTo>
                <a:cubicBezTo>
                  <a:pt x="202" y="596"/>
                  <a:pt x="162" y="596"/>
                  <a:pt x="152" y="598"/>
                </a:cubicBezTo>
                <a:lnTo>
                  <a:pt x="143" y="598"/>
                </a:lnTo>
                <a:lnTo>
                  <a:pt x="143" y="558"/>
                </a:lnTo>
                <a:lnTo>
                  <a:pt x="171" y="558"/>
                </a:lnTo>
                <a:cubicBezTo>
                  <a:pt x="183" y="558"/>
                  <a:pt x="191" y="558"/>
                  <a:pt x="195" y="558"/>
                </a:cubicBezTo>
                <a:cubicBezTo>
                  <a:pt x="199" y="558"/>
                  <a:pt x="204" y="557"/>
                  <a:pt x="210" y="556"/>
                </a:cubicBezTo>
                <a:cubicBezTo>
                  <a:pt x="216" y="555"/>
                  <a:pt x="220" y="553"/>
                  <a:pt x="222" y="551"/>
                </a:cubicBezTo>
                <a:cubicBezTo>
                  <a:pt x="225" y="550"/>
                  <a:pt x="227" y="547"/>
                  <a:pt x="228" y="544"/>
                </a:cubicBezTo>
                <a:cubicBezTo>
                  <a:pt x="229" y="543"/>
                  <a:pt x="229" y="527"/>
                  <a:pt x="229" y="497"/>
                </a:cubicBezTo>
                <a:lnTo>
                  <a:pt x="229" y="453"/>
                </a:lnTo>
                <a:lnTo>
                  <a:pt x="0" y="453"/>
                </a:lnTo>
                <a:lnTo>
                  <a:pt x="0" y="411"/>
                </a:lnTo>
                <a:lnTo>
                  <a:pt x="133" y="208"/>
                </a:lnTo>
                <a:cubicBezTo>
                  <a:pt x="224" y="71"/>
                  <a:pt x="270" y="3"/>
                  <a:pt x="271" y="2"/>
                </a:cubicBezTo>
                <a:cubicBezTo>
                  <a:pt x="272" y="1"/>
                  <a:pt x="278" y="0"/>
                  <a:pt x="289" y="0"/>
                </a:cubicBezTo>
                <a:lnTo>
                  <a:pt x="305" y="0"/>
                </a:lnTo>
                <a:lnTo>
                  <a:pt x="310" y="6"/>
                </a:lnTo>
                <a:lnTo>
                  <a:pt x="310" y="411"/>
                </a:lnTo>
                <a:lnTo>
                  <a:pt x="391" y="411"/>
                </a:lnTo>
                <a:lnTo>
                  <a:pt x="391" y="453"/>
                </a:lnTo>
                <a:lnTo>
                  <a:pt x="310" y="453"/>
                </a:lnTo>
                <a:lnTo>
                  <a:pt x="310" y="498"/>
                </a:lnTo>
                <a:cubicBezTo>
                  <a:pt x="310" y="522"/>
                  <a:pt x="310" y="536"/>
                  <a:pt x="310" y="540"/>
                </a:cubicBezTo>
                <a:cubicBezTo>
                  <a:pt x="310" y="544"/>
                  <a:pt x="312" y="548"/>
                  <a:pt x="316" y="551"/>
                </a:cubicBezTo>
                <a:cubicBezTo>
                  <a:pt x="320" y="555"/>
                  <a:pt x="337" y="557"/>
                  <a:pt x="366" y="558"/>
                </a:cubicBezTo>
                <a:lnTo>
                  <a:pt x="391" y="558"/>
                </a:lnTo>
                <a:lnTo>
                  <a:pt x="391" y="598"/>
                </a:lnTo>
                <a:lnTo>
                  <a:pt x="384" y="598"/>
                </a:lnTo>
                <a:moveTo>
                  <a:pt x="235" y="411"/>
                </a:moveTo>
                <a:lnTo>
                  <a:pt x="235" y="117"/>
                </a:lnTo>
                <a:lnTo>
                  <a:pt x="41" y="410"/>
                </a:lnTo>
                <a:lnTo>
                  <a:pt x="137" y="411"/>
                </a:lnTo>
                <a:lnTo>
                  <a:pt x="235" y="41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9" name=""/>
          <p:cNvSpPr/>
          <p:nvPr/>
        </p:nvSpPr>
        <p:spPr>
          <a:xfrm>
            <a:off x="5374440" y="2608920"/>
            <a:ext cx="109080" cy="140760"/>
          </a:xfrm>
          <a:custGeom>
            <a:avLst/>
            <a:gdLst/>
            <a:ahLst/>
            <a:rect l="0" t="0" r="r" b="b"/>
            <a:pathLst>
              <a:path w="303" h="391">
                <a:moveTo>
                  <a:pt x="165" y="391"/>
                </a:moveTo>
                <a:cubicBezTo>
                  <a:pt x="119" y="391"/>
                  <a:pt x="80" y="376"/>
                  <a:pt x="49" y="345"/>
                </a:cubicBezTo>
                <a:cubicBezTo>
                  <a:pt x="17" y="313"/>
                  <a:pt x="1" y="274"/>
                  <a:pt x="0" y="227"/>
                </a:cubicBezTo>
                <a:cubicBezTo>
                  <a:pt x="0" y="175"/>
                  <a:pt x="14" y="132"/>
                  <a:pt x="42" y="96"/>
                </a:cubicBezTo>
                <a:cubicBezTo>
                  <a:pt x="62" y="70"/>
                  <a:pt x="87" y="48"/>
                  <a:pt x="117" y="31"/>
                </a:cubicBezTo>
                <a:cubicBezTo>
                  <a:pt x="148" y="14"/>
                  <a:pt x="182" y="4"/>
                  <a:pt x="218" y="1"/>
                </a:cubicBezTo>
                <a:cubicBezTo>
                  <a:pt x="219" y="1"/>
                  <a:pt x="231" y="0"/>
                  <a:pt x="255" y="0"/>
                </a:cubicBezTo>
                <a:lnTo>
                  <a:pt x="289" y="0"/>
                </a:lnTo>
                <a:cubicBezTo>
                  <a:pt x="298" y="3"/>
                  <a:pt x="303" y="9"/>
                  <a:pt x="303" y="18"/>
                </a:cubicBezTo>
                <a:cubicBezTo>
                  <a:pt x="303" y="33"/>
                  <a:pt x="291" y="41"/>
                  <a:pt x="266" y="41"/>
                </a:cubicBezTo>
                <a:lnTo>
                  <a:pt x="251" y="41"/>
                </a:lnTo>
                <a:lnTo>
                  <a:pt x="240" y="41"/>
                </a:lnTo>
                <a:cubicBezTo>
                  <a:pt x="169" y="41"/>
                  <a:pt x="122" y="73"/>
                  <a:pt x="101" y="136"/>
                </a:cubicBezTo>
                <a:lnTo>
                  <a:pt x="97" y="147"/>
                </a:lnTo>
                <a:lnTo>
                  <a:pt x="253" y="147"/>
                </a:lnTo>
                <a:cubicBezTo>
                  <a:pt x="261" y="152"/>
                  <a:pt x="265" y="157"/>
                  <a:pt x="265" y="163"/>
                </a:cubicBezTo>
                <a:cubicBezTo>
                  <a:pt x="265" y="174"/>
                  <a:pt x="259" y="182"/>
                  <a:pt x="247" y="187"/>
                </a:cubicBezTo>
                <a:lnTo>
                  <a:pt x="87" y="187"/>
                </a:lnTo>
                <a:lnTo>
                  <a:pt x="87" y="189"/>
                </a:lnTo>
                <a:cubicBezTo>
                  <a:pt x="81" y="207"/>
                  <a:pt x="78" y="228"/>
                  <a:pt x="78" y="254"/>
                </a:cubicBezTo>
                <a:cubicBezTo>
                  <a:pt x="78" y="293"/>
                  <a:pt x="87" y="320"/>
                  <a:pt x="106" y="334"/>
                </a:cubicBezTo>
                <a:cubicBezTo>
                  <a:pt x="125" y="350"/>
                  <a:pt x="146" y="358"/>
                  <a:pt x="169" y="358"/>
                </a:cubicBezTo>
                <a:cubicBezTo>
                  <a:pt x="184" y="358"/>
                  <a:pt x="200" y="355"/>
                  <a:pt x="215" y="349"/>
                </a:cubicBezTo>
                <a:cubicBezTo>
                  <a:pt x="231" y="344"/>
                  <a:pt x="243" y="336"/>
                  <a:pt x="252" y="330"/>
                </a:cubicBezTo>
                <a:cubicBezTo>
                  <a:pt x="262" y="323"/>
                  <a:pt x="267" y="320"/>
                  <a:pt x="267" y="320"/>
                </a:cubicBezTo>
                <a:cubicBezTo>
                  <a:pt x="271" y="320"/>
                  <a:pt x="276" y="323"/>
                  <a:pt x="278" y="329"/>
                </a:cubicBezTo>
                <a:cubicBezTo>
                  <a:pt x="280" y="335"/>
                  <a:pt x="282" y="341"/>
                  <a:pt x="282" y="347"/>
                </a:cubicBezTo>
                <a:cubicBezTo>
                  <a:pt x="282" y="349"/>
                  <a:pt x="281" y="350"/>
                  <a:pt x="281" y="350"/>
                </a:cubicBezTo>
                <a:cubicBezTo>
                  <a:pt x="279" y="353"/>
                  <a:pt x="273" y="357"/>
                  <a:pt x="262" y="363"/>
                </a:cubicBezTo>
                <a:cubicBezTo>
                  <a:pt x="252" y="369"/>
                  <a:pt x="238" y="375"/>
                  <a:pt x="220" y="381"/>
                </a:cubicBezTo>
                <a:cubicBezTo>
                  <a:pt x="202" y="388"/>
                  <a:pt x="183" y="391"/>
                  <a:pt x="165" y="3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0" name=""/>
          <p:cNvSpPr/>
          <p:nvPr/>
        </p:nvSpPr>
        <p:spPr>
          <a:xfrm>
            <a:off x="5621760" y="2285640"/>
            <a:ext cx="86040" cy="761760"/>
          </a:xfrm>
          <a:custGeom>
            <a:avLst/>
            <a:gdLst/>
            <a:ahLst/>
            <a:rect l="0" t="0" r="r" b="b"/>
            <a:pathLst>
              <a:path w="239" h="2116">
                <a:moveTo>
                  <a:pt x="0" y="2116"/>
                </a:moveTo>
                <a:lnTo>
                  <a:pt x="0" y="0"/>
                </a:lnTo>
                <a:lnTo>
                  <a:pt x="239" y="0"/>
                </a:lnTo>
                <a:lnTo>
                  <a:pt x="239" y="55"/>
                </a:lnTo>
                <a:lnTo>
                  <a:pt x="55" y="55"/>
                </a:lnTo>
                <a:lnTo>
                  <a:pt x="55" y="2061"/>
                </a:lnTo>
                <a:lnTo>
                  <a:pt x="239" y="2061"/>
                </a:lnTo>
                <a:lnTo>
                  <a:pt x="239" y="2116"/>
                </a:lnTo>
                <a:lnTo>
                  <a:pt x="0" y="2116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1" name=""/>
          <p:cNvSpPr/>
          <p:nvPr/>
        </p:nvSpPr>
        <p:spPr>
          <a:xfrm>
            <a:off x="5768280" y="2381040"/>
            <a:ext cx="121320" cy="571320"/>
          </a:xfrm>
          <a:custGeom>
            <a:avLst/>
            <a:gdLst/>
            <a:ahLst/>
            <a:rect l="0" t="0" r="r" b="b"/>
            <a:pathLst>
              <a:path w="337" h="1587">
                <a:moveTo>
                  <a:pt x="0" y="930"/>
                </a:moveTo>
                <a:cubicBezTo>
                  <a:pt x="0" y="930"/>
                  <a:pt x="0" y="885"/>
                  <a:pt x="0" y="794"/>
                </a:cubicBezTo>
                <a:cubicBezTo>
                  <a:pt x="0" y="704"/>
                  <a:pt x="7" y="618"/>
                  <a:pt x="22" y="538"/>
                </a:cubicBezTo>
                <a:cubicBezTo>
                  <a:pt x="37" y="456"/>
                  <a:pt x="54" y="389"/>
                  <a:pt x="76" y="335"/>
                </a:cubicBezTo>
                <a:cubicBezTo>
                  <a:pt x="97" y="281"/>
                  <a:pt x="122" y="230"/>
                  <a:pt x="152" y="182"/>
                </a:cubicBezTo>
                <a:cubicBezTo>
                  <a:pt x="182" y="133"/>
                  <a:pt x="209" y="97"/>
                  <a:pt x="233" y="71"/>
                </a:cubicBezTo>
                <a:cubicBezTo>
                  <a:pt x="257" y="46"/>
                  <a:pt x="281" y="22"/>
                  <a:pt x="307" y="0"/>
                </a:cubicBezTo>
                <a:lnTo>
                  <a:pt x="331" y="0"/>
                </a:lnTo>
                <a:cubicBezTo>
                  <a:pt x="335" y="3"/>
                  <a:pt x="337" y="6"/>
                  <a:pt x="337" y="8"/>
                </a:cubicBezTo>
                <a:cubicBezTo>
                  <a:pt x="337" y="10"/>
                  <a:pt x="332" y="16"/>
                  <a:pt x="323" y="26"/>
                </a:cubicBezTo>
                <a:cubicBezTo>
                  <a:pt x="313" y="36"/>
                  <a:pt x="301" y="50"/>
                  <a:pt x="286" y="69"/>
                </a:cubicBezTo>
                <a:cubicBezTo>
                  <a:pt x="272" y="87"/>
                  <a:pt x="255" y="110"/>
                  <a:pt x="236" y="137"/>
                </a:cubicBezTo>
                <a:cubicBezTo>
                  <a:pt x="216" y="164"/>
                  <a:pt x="198" y="198"/>
                  <a:pt x="181" y="240"/>
                </a:cubicBezTo>
                <a:cubicBezTo>
                  <a:pt x="164" y="281"/>
                  <a:pt x="148" y="328"/>
                  <a:pt x="132" y="378"/>
                </a:cubicBezTo>
                <a:cubicBezTo>
                  <a:pt x="116" y="429"/>
                  <a:pt x="104" y="490"/>
                  <a:pt x="95" y="562"/>
                </a:cubicBezTo>
                <a:cubicBezTo>
                  <a:pt x="86" y="634"/>
                  <a:pt x="81" y="711"/>
                  <a:pt x="81" y="793"/>
                </a:cubicBezTo>
                <a:cubicBezTo>
                  <a:pt x="81" y="863"/>
                  <a:pt x="83" y="920"/>
                  <a:pt x="88" y="965"/>
                </a:cubicBezTo>
                <a:cubicBezTo>
                  <a:pt x="96" y="1049"/>
                  <a:pt x="109" y="1127"/>
                  <a:pt x="128" y="1199"/>
                </a:cubicBezTo>
                <a:cubicBezTo>
                  <a:pt x="148" y="1271"/>
                  <a:pt x="169" y="1328"/>
                  <a:pt x="193" y="1372"/>
                </a:cubicBezTo>
                <a:cubicBezTo>
                  <a:pt x="216" y="1415"/>
                  <a:pt x="240" y="1452"/>
                  <a:pt x="261" y="1483"/>
                </a:cubicBezTo>
                <a:cubicBezTo>
                  <a:pt x="282" y="1513"/>
                  <a:pt x="300" y="1536"/>
                  <a:pt x="315" y="1551"/>
                </a:cubicBezTo>
                <a:cubicBezTo>
                  <a:pt x="329" y="1567"/>
                  <a:pt x="337" y="1576"/>
                  <a:pt x="337" y="1579"/>
                </a:cubicBezTo>
                <a:cubicBezTo>
                  <a:pt x="337" y="1580"/>
                  <a:pt x="335" y="1583"/>
                  <a:pt x="331" y="1587"/>
                </a:cubicBezTo>
                <a:lnTo>
                  <a:pt x="307" y="1587"/>
                </a:lnTo>
                <a:cubicBezTo>
                  <a:pt x="281" y="1565"/>
                  <a:pt x="256" y="1541"/>
                  <a:pt x="233" y="1515"/>
                </a:cubicBezTo>
                <a:cubicBezTo>
                  <a:pt x="208" y="1489"/>
                  <a:pt x="182" y="1453"/>
                  <a:pt x="152" y="1405"/>
                </a:cubicBezTo>
                <a:cubicBezTo>
                  <a:pt x="123" y="1357"/>
                  <a:pt x="97" y="1307"/>
                  <a:pt x="76" y="1253"/>
                </a:cubicBezTo>
                <a:cubicBezTo>
                  <a:pt x="54" y="1199"/>
                  <a:pt x="36" y="1131"/>
                  <a:pt x="22" y="1051"/>
                </a:cubicBezTo>
                <a:lnTo>
                  <a:pt x="0" y="93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2" name=""/>
          <p:cNvSpPr/>
          <p:nvPr/>
        </p:nvSpPr>
        <p:spPr>
          <a:xfrm>
            <a:off x="5980320" y="2394360"/>
            <a:ext cx="172080" cy="140760"/>
          </a:xfrm>
          <a:custGeom>
            <a:avLst/>
            <a:gdLst/>
            <a:ahLst/>
            <a:rect l="0" t="0" r="r" b="b"/>
            <a:pathLst>
              <a:path w="478" h="391">
                <a:moveTo>
                  <a:pt x="134" y="391"/>
                </a:moveTo>
                <a:cubicBezTo>
                  <a:pt x="94" y="391"/>
                  <a:pt x="62" y="378"/>
                  <a:pt x="37" y="351"/>
                </a:cubicBezTo>
                <a:cubicBezTo>
                  <a:pt x="13" y="325"/>
                  <a:pt x="0" y="292"/>
                  <a:pt x="0" y="252"/>
                </a:cubicBezTo>
                <a:cubicBezTo>
                  <a:pt x="0" y="193"/>
                  <a:pt x="21" y="137"/>
                  <a:pt x="64" y="87"/>
                </a:cubicBezTo>
                <a:cubicBezTo>
                  <a:pt x="107" y="36"/>
                  <a:pt x="157" y="8"/>
                  <a:pt x="214" y="1"/>
                </a:cubicBezTo>
                <a:cubicBezTo>
                  <a:pt x="214" y="1"/>
                  <a:pt x="256" y="0"/>
                  <a:pt x="338" y="0"/>
                </a:cubicBezTo>
                <a:lnTo>
                  <a:pt x="460" y="0"/>
                </a:lnTo>
                <a:cubicBezTo>
                  <a:pt x="460" y="1"/>
                  <a:pt x="461" y="2"/>
                  <a:pt x="462" y="2"/>
                </a:cubicBezTo>
                <a:cubicBezTo>
                  <a:pt x="464" y="3"/>
                  <a:pt x="465" y="3"/>
                  <a:pt x="466" y="4"/>
                </a:cubicBezTo>
                <a:cubicBezTo>
                  <a:pt x="467" y="5"/>
                  <a:pt x="468" y="5"/>
                  <a:pt x="469" y="6"/>
                </a:cubicBezTo>
                <a:cubicBezTo>
                  <a:pt x="469" y="6"/>
                  <a:pt x="470" y="7"/>
                  <a:pt x="471" y="8"/>
                </a:cubicBezTo>
                <a:cubicBezTo>
                  <a:pt x="472" y="10"/>
                  <a:pt x="473" y="10"/>
                  <a:pt x="473" y="10"/>
                </a:cubicBezTo>
                <a:cubicBezTo>
                  <a:pt x="473" y="10"/>
                  <a:pt x="474" y="11"/>
                  <a:pt x="475" y="14"/>
                </a:cubicBezTo>
                <a:cubicBezTo>
                  <a:pt x="476" y="16"/>
                  <a:pt x="476" y="17"/>
                  <a:pt x="476" y="17"/>
                </a:cubicBezTo>
                <a:cubicBezTo>
                  <a:pt x="475" y="17"/>
                  <a:pt x="475" y="19"/>
                  <a:pt x="477" y="22"/>
                </a:cubicBezTo>
                <a:cubicBezTo>
                  <a:pt x="478" y="24"/>
                  <a:pt x="478" y="26"/>
                  <a:pt x="477" y="27"/>
                </a:cubicBezTo>
                <a:cubicBezTo>
                  <a:pt x="477" y="53"/>
                  <a:pt x="458" y="66"/>
                  <a:pt x="420" y="66"/>
                </a:cubicBezTo>
                <a:cubicBezTo>
                  <a:pt x="416" y="66"/>
                  <a:pt x="411" y="66"/>
                  <a:pt x="405" y="66"/>
                </a:cubicBezTo>
                <a:cubicBezTo>
                  <a:pt x="399" y="66"/>
                  <a:pt x="395" y="65"/>
                  <a:pt x="393" y="65"/>
                </a:cubicBezTo>
                <a:lnTo>
                  <a:pt x="340" y="65"/>
                </a:lnTo>
                <a:lnTo>
                  <a:pt x="344" y="74"/>
                </a:lnTo>
                <a:cubicBezTo>
                  <a:pt x="355" y="96"/>
                  <a:pt x="360" y="121"/>
                  <a:pt x="360" y="148"/>
                </a:cubicBezTo>
                <a:cubicBezTo>
                  <a:pt x="360" y="214"/>
                  <a:pt x="337" y="271"/>
                  <a:pt x="289" y="319"/>
                </a:cubicBezTo>
                <a:cubicBezTo>
                  <a:pt x="242" y="367"/>
                  <a:pt x="190" y="391"/>
                  <a:pt x="134" y="391"/>
                </a:cubicBezTo>
                <a:moveTo>
                  <a:pt x="290" y="135"/>
                </a:moveTo>
                <a:cubicBezTo>
                  <a:pt x="290" y="88"/>
                  <a:pt x="265" y="65"/>
                  <a:pt x="216" y="65"/>
                </a:cubicBezTo>
                <a:cubicBezTo>
                  <a:pt x="143" y="65"/>
                  <a:pt x="95" y="116"/>
                  <a:pt x="74" y="219"/>
                </a:cubicBezTo>
                <a:cubicBezTo>
                  <a:pt x="73" y="221"/>
                  <a:pt x="73" y="223"/>
                  <a:pt x="73" y="224"/>
                </a:cubicBezTo>
                <a:cubicBezTo>
                  <a:pt x="68" y="246"/>
                  <a:pt x="66" y="264"/>
                  <a:pt x="66" y="278"/>
                </a:cubicBezTo>
                <a:cubicBezTo>
                  <a:pt x="66" y="308"/>
                  <a:pt x="73" y="328"/>
                  <a:pt x="88" y="340"/>
                </a:cubicBezTo>
                <a:cubicBezTo>
                  <a:pt x="102" y="352"/>
                  <a:pt x="119" y="358"/>
                  <a:pt x="138" y="358"/>
                </a:cubicBezTo>
                <a:cubicBezTo>
                  <a:pt x="170" y="358"/>
                  <a:pt x="199" y="345"/>
                  <a:pt x="225" y="317"/>
                </a:cubicBezTo>
                <a:cubicBezTo>
                  <a:pt x="242" y="299"/>
                  <a:pt x="256" y="276"/>
                  <a:pt x="267" y="246"/>
                </a:cubicBezTo>
                <a:cubicBezTo>
                  <a:pt x="277" y="217"/>
                  <a:pt x="284" y="194"/>
                  <a:pt x="286" y="176"/>
                </a:cubicBezTo>
                <a:cubicBezTo>
                  <a:pt x="288" y="158"/>
                  <a:pt x="290" y="144"/>
                  <a:pt x="290" y="13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3" name=""/>
          <p:cNvSpPr/>
          <p:nvPr/>
        </p:nvSpPr>
        <p:spPr>
          <a:xfrm>
            <a:off x="5996160" y="2823120"/>
            <a:ext cx="129960" cy="144360"/>
          </a:xfrm>
          <a:custGeom>
            <a:avLst/>
            <a:gdLst/>
            <a:ahLst/>
            <a:rect l="0" t="0" r="r" b="b"/>
            <a:pathLst>
              <a:path w="361" h="401">
                <a:moveTo>
                  <a:pt x="0" y="137"/>
                </a:moveTo>
                <a:cubicBezTo>
                  <a:pt x="0" y="135"/>
                  <a:pt x="1" y="133"/>
                  <a:pt x="1" y="130"/>
                </a:cubicBezTo>
                <a:cubicBezTo>
                  <a:pt x="2" y="127"/>
                  <a:pt x="3" y="120"/>
                  <a:pt x="6" y="110"/>
                </a:cubicBezTo>
                <a:cubicBezTo>
                  <a:pt x="8" y="100"/>
                  <a:pt x="11" y="91"/>
                  <a:pt x="15" y="83"/>
                </a:cubicBezTo>
                <a:cubicBezTo>
                  <a:pt x="18" y="75"/>
                  <a:pt x="23" y="65"/>
                  <a:pt x="28" y="54"/>
                </a:cubicBezTo>
                <a:cubicBezTo>
                  <a:pt x="33" y="43"/>
                  <a:pt x="39" y="34"/>
                  <a:pt x="46" y="28"/>
                </a:cubicBezTo>
                <a:cubicBezTo>
                  <a:pt x="52" y="21"/>
                  <a:pt x="60" y="15"/>
                  <a:pt x="68" y="8"/>
                </a:cubicBezTo>
                <a:cubicBezTo>
                  <a:pt x="77" y="2"/>
                  <a:pt x="88" y="-1"/>
                  <a:pt x="99" y="0"/>
                </a:cubicBezTo>
                <a:cubicBezTo>
                  <a:pt x="116" y="0"/>
                  <a:pt x="131" y="4"/>
                  <a:pt x="143" y="11"/>
                </a:cubicBezTo>
                <a:cubicBezTo>
                  <a:pt x="156" y="18"/>
                  <a:pt x="165" y="24"/>
                  <a:pt x="171" y="30"/>
                </a:cubicBezTo>
                <a:cubicBezTo>
                  <a:pt x="176" y="36"/>
                  <a:pt x="179" y="42"/>
                  <a:pt x="180" y="48"/>
                </a:cubicBezTo>
                <a:cubicBezTo>
                  <a:pt x="182" y="51"/>
                  <a:pt x="183" y="53"/>
                  <a:pt x="183" y="53"/>
                </a:cubicBezTo>
                <a:cubicBezTo>
                  <a:pt x="184" y="53"/>
                  <a:pt x="186" y="51"/>
                  <a:pt x="190" y="47"/>
                </a:cubicBezTo>
                <a:cubicBezTo>
                  <a:pt x="218" y="16"/>
                  <a:pt x="251" y="1"/>
                  <a:pt x="288" y="1"/>
                </a:cubicBezTo>
                <a:lnTo>
                  <a:pt x="291" y="1"/>
                </a:lnTo>
                <a:cubicBezTo>
                  <a:pt x="319" y="1"/>
                  <a:pt x="340" y="13"/>
                  <a:pt x="354" y="37"/>
                </a:cubicBezTo>
                <a:cubicBezTo>
                  <a:pt x="359" y="48"/>
                  <a:pt x="361" y="59"/>
                  <a:pt x="361" y="70"/>
                </a:cubicBezTo>
                <a:cubicBezTo>
                  <a:pt x="361" y="87"/>
                  <a:pt x="357" y="102"/>
                  <a:pt x="350" y="112"/>
                </a:cubicBezTo>
                <a:cubicBezTo>
                  <a:pt x="342" y="123"/>
                  <a:pt x="334" y="130"/>
                  <a:pt x="327" y="132"/>
                </a:cubicBezTo>
                <a:cubicBezTo>
                  <a:pt x="319" y="135"/>
                  <a:pt x="312" y="137"/>
                  <a:pt x="305" y="136"/>
                </a:cubicBezTo>
                <a:cubicBezTo>
                  <a:pt x="293" y="136"/>
                  <a:pt x="284" y="133"/>
                  <a:pt x="277" y="126"/>
                </a:cubicBezTo>
                <a:cubicBezTo>
                  <a:pt x="270" y="120"/>
                  <a:pt x="266" y="111"/>
                  <a:pt x="266" y="101"/>
                </a:cubicBezTo>
                <a:cubicBezTo>
                  <a:pt x="266" y="73"/>
                  <a:pt x="282" y="54"/>
                  <a:pt x="315" y="44"/>
                </a:cubicBezTo>
                <a:cubicBezTo>
                  <a:pt x="302" y="37"/>
                  <a:pt x="292" y="33"/>
                  <a:pt x="284" y="33"/>
                </a:cubicBezTo>
                <a:cubicBezTo>
                  <a:pt x="251" y="33"/>
                  <a:pt x="220" y="55"/>
                  <a:pt x="193" y="98"/>
                </a:cubicBezTo>
                <a:cubicBezTo>
                  <a:pt x="187" y="107"/>
                  <a:pt x="183" y="117"/>
                  <a:pt x="180" y="127"/>
                </a:cubicBezTo>
                <a:cubicBezTo>
                  <a:pt x="177" y="137"/>
                  <a:pt x="167" y="176"/>
                  <a:pt x="150" y="244"/>
                </a:cubicBezTo>
                <a:cubicBezTo>
                  <a:pt x="130" y="327"/>
                  <a:pt x="118" y="371"/>
                  <a:pt x="115" y="377"/>
                </a:cubicBezTo>
                <a:cubicBezTo>
                  <a:pt x="108" y="393"/>
                  <a:pt x="95" y="401"/>
                  <a:pt x="76" y="401"/>
                </a:cubicBezTo>
                <a:cubicBezTo>
                  <a:pt x="69" y="401"/>
                  <a:pt x="63" y="399"/>
                  <a:pt x="58" y="395"/>
                </a:cubicBezTo>
                <a:cubicBezTo>
                  <a:pt x="53" y="392"/>
                  <a:pt x="50" y="388"/>
                  <a:pt x="48" y="385"/>
                </a:cubicBezTo>
                <a:cubicBezTo>
                  <a:pt x="46" y="381"/>
                  <a:pt x="46" y="378"/>
                  <a:pt x="46" y="376"/>
                </a:cubicBezTo>
                <a:cubicBezTo>
                  <a:pt x="46" y="368"/>
                  <a:pt x="58" y="317"/>
                  <a:pt x="82" y="223"/>
                </a:cubicBezTo>
                <a:cubicBezTo>
                  <a:pt x="106" y="130"/>
                  <a:pt x="118" y="78"/>
                  <a:pt x="118" y="67"/>
                </a:cubicBezTo>
                <a:cubicBezTo>
                  <a:pt x="118" y="44"/>
                  <a:pt x="110" y="33"/>
                  <a:pt x="95" y="33"/>
                </a:cubicBezTo>
                <a:cubicBezTo>
                  <a:pt x="82" y="33"/>
                  <a:pt x="71" y="41"/>
                  <a:pt x="62" y="58"/>
                </a:cubicBezTo>
                <a:cubicBezTo>
                  <a:pt x="53" y="74"/>
                  <a:pt x="46" y="92"/>
                  <a:pt x="41" y="111"/>
                </a:cubicBezTo>
                <a:cubicBezTo>
                  <a:pt x="36" y="131"/>
                  <a:pt x="33" y="141"/>
                  <a:pt x="31" y="143"/>
                </a:cubicBezTo>
                <a:cubicBezTo>
                  <a:pt x="30" y="144"/>
                  <a:pt x="26" y="145"/>
                  <a:pt x="17" y="145"/>
                </a:cubicBezTo>
                <a:lnTo>
                  <a:pt x="5" y="145"/>
                </a:lnTo>
                <a:cubicBezTo>
                  <a:pt x="1" y="141"/>
                  <a:pt x="0" y="139"/>
                  <a:pt x="0" y="13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4" name=""/>
          <p:cNvSpPr/>
          <p:nvPr/>
        </p:nvSpPr>
        <p:spPr>
          <a:xfrm>
            <a:off x="5938560" y="2656800"/>
            <a:ext cx="245160" cy="19440"/>
          </a:xfrm>
          <a:custGeom>
            <a:avLst/>
            <a:gdLst/>
            <a:ahLst/>
            <a:rect l="0" t="0" r="r" b="b"/>
            <a:pathLst>
              <a:path w="681" h="54">
                <a:moveTo>
                  <a:pt x="0" y="0"/>
                </a:moveTo>
                <a:lnTo>
                  <a:pt x="681" y="0"/>
                </a:lnTo>
                <a:lnTo>
                  <a:pt x="68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5" name=""/>
          <p:cNvSpPr/>
          <p:nvPr/>
        </p:nvSpPr>
        <p:spPr>
          <a:xfrm>
            <a:off x="6232320" y="2381040"/>
            <a:ext cx="121320" cy="571320"/>
          </a:xfrm>
          <a:custGeom>
            <a:avLst/>
            <a:gdLst/>
            <a:ahLst/>
            <a:rect l="0" t="0" r="r" b="b"/>
            <a:pathLst>
              <a:path w="337" h="1587">
                <a:moveTo>
                  <a:pt x="0" y="11"/>
                </a:moveTo>
                <a:cubicBezTo>
                  <a:pt x="0" y="3"/>
                  <a:pt x="5" y="0"/>
                  <a:pt x="14" y="0"/>
                </a:cubicBezTo>
                <a:lnTo>
                  <a:pt x="19" y="0"/>
                </a:lnTo>
                <a:lnTo>
                  <a:pt x="30" y="0"/>
                </a:lnTo>
                <a:cubicBezTo>
                  <a:pt x="56" y="22"/>
                  <a:pt x="81" y="45"/>
                  <a:pt x="104" y="71"/>
                </a:cubicBezTo>
                <a:cubicBezTo>
                  <a:pt x="128" y="97"/>
                  <a:pt x="154" y="134"/>
                  <a:pt x="184" y="182"/>
                </a:cubicBezTo>
                <a:cubicBezTo>
                  <a:pt x="213" y="229"/>
                  <a:pt x="239" y="280"/>
                  <a:pt x="260" y="334"/>
                </a:cubicBezTo>
                <a:cubicBezTo>
                  <a:pt x="283" y="388"/>
                  <a:pt x="301" y="456"/>
                  <a:pt x="315" y="538"/>
                </a:cubicBezTo>
                <a:cubicBezTo>
                  <a:pt x="329" y="619"/>
                  <a:pt x="337" y="704"/>
                  <a:pt x="337" y="794"/>
                </a:cubicBezTo>
                <a:cubicBezTo>
                  <a:pt x="338" y="884"/>
                  <a:pt x="330" y="969"/>
                  <a:pt x="315" y="1050"/>
                </a:cubicBezTo>
                <a:cubicBezTo>
                  <a:pt x="300" y="1130"/>
                  <a:pt x="282" y="1198"/>
                  <a:pt x="260" y="1253"/>
                </a:cubicBezTo>
                <a:cubicBezTo>
                  <a:pt x="240" y="1307"/>
                  <a:pt x="214" y="1358"/>
                  <a:pt x="184" y="1405"/>
                </a:cubicBezTo>
                <a:cubicBezTo>
                  <a:pt x="153" y="1452"/>
                  <a:pt x="126" y="1489"/>
                  <a:pt x="103" y="1515"/>
                </a:cubicBezTo>
                <a:cubicBezTo>
                  <a:pt x="81" y="1542"/>
                  <a:pt x="56" y="1566"/>
                  <a:pt x="30" y="1587"/>
                </a:cubicBezTo>
                <a:lnTo>
                  <a:pt x="19" y="1587"/>
                </a:lnTo>
                <a:cubicBezTo>
                  <a:pt x="11" y="1587"/>
                  <a:pt x="6" y="1586"/>
                  <a:pt x="4" y="1585"/>
                </a:cubicBezTo>
                <a:cubicBezTo>
                  <a:pt x="2" y="1584"/>
                  <a:pt x="0" y="1581"/>
                  <a:pt x="0" y="1576"/>
                </a:cubicBezTo>
                <a:cubicBezTo>
                  <a:pt x="18" y="1558"/>
                  <a:pt x="40" y="1532"/>
                  <a:pt x="66" y="1498"/>
                </a:cubicBezTo>
                <a:cubicBezTo>
                  <a:pt x="168" y="1361"/>
                  <a:pt x="229" y="1184"/>
                  <a:pt x="248" y="965"/>
                </a:cubicBezTo>
                <a:cubicBezTo>
                  <a:pt x="253" y="920"/>
                  <a:pt x="255" y="863"/>
                  <a:pt x="255" y="793"/>
                </a:cubicBezTo>
                <a:cubicBezTo>
                  <a:pt x="255" y="725"/>
                  <a:pt x="253" y="668"/>
                  <a:pt x="248" y="622"/>
                </a:cubicBezTo>
                <a:cubicBezTo>
                  <a:pt x="226" y="367"/>
                  <a:pt x="147" y="168"/>
                  <a:pt x="12" y="24"/>
                </a:cubicBezTo>
                <a:cubicBezTo>
                  <a:pt x="5" y="16"/>
                  <a:pt x="1" y="11"/>
                  <a:pt x="0" y="1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6" name=""/>
          <p:cNvSpPr/>
          <p:nvPr/>
        </p:nvSpPr>
        <p:spPr>
          <a:xfrm>
            <a:off x="6440040" y="2318040"/>
            <a:ext cx="77400" cy="149760"/>
          </a:xfrm>
          <a:custGeom>
            <a:avLst/>
            <a:gdLst/>
            <a:ahLst/>
            <a:rect l="0" t="0" r="r" b="b"/>
            <a:pathLst>
              <a:path w="215" h="416">
                <a:moveTo>
                  <a:pt x="81" y="55"/>
                </a:moveTo>
                <a:lnTo>
                  <a:pt x="72" y="58"/>
                </a:lnTo>
                <a:cubicBezTo>
                  <a:pt x="67" y="60"/>
                  <a:pt x="58" y="63"/>
                  <a:pt x="48" y="65"/>
                </a:cubicBezTo>
                <a:cubicBezTo>
                  <a:pt x="37" y="67"/>
                  <a:pt x="25" y="68"/>
                  <a:pt x="11" y="69"/>
                </a:cubicBezTo>
                <a:lnTo>
                  <a:pt x="0" y="69"/>
                </a:lnTo>
                <a:lnTo>
                  <a:pt x="0" y="40"/>
                </a:lnTo>
                <a:lnTo>
                  <a:pt x="11" y="40"/>
                </a:lnTo>
                <a:cubicBezTo>
                  <a:pt x="31" y="39"/>
                  <a:pt x="49" y="36"/>
                  <a:pt x="66" y="31"/>
                </a:cubicBezTo>
                <a:cubicBezTo>
                  <a:pt x="82" y="26"/>
                  <a:pt x="94" y="21"/>
                  <a:pt x="100" y="16"/>
                </a:cubicBezTo>
                <a:cubicBezTo>
                  <a:pt x="107" y="11"/>
                  <a:pt x="113" y="7"/>
                  <a:pt x="118" y="2"/>
                </a:cubicBezTo>
                <a:cubicBezTo>
                  <a:pt x="119" y="1"/>
                  <a:pt x="121" y="0"/>
                  <a:pt x="125" y="0"/>
                </a:cubicBezTo>
                <a:cubicBezTo>
                  <a:pt x="129" y="0"/>
                  <a:pt x="133" y="2"/>
                  <a:pt x="136" y="4"/>
                </a:cubicBezTo>
                <a:lnTo>
                  <a:pt x="136" y="191"/>
                </a:lnTo>
                <a:lnTo>
                  <a:pt x="137" y="377"/>
                </a:lnTo>
                <a:cubicBezTo>
                  <a:pt x="140" y="380"/>
                  <a:pt x="142" y="382"/>
                  <a:pt x="144" y="383"/>
                </a:cubicBezTo>
                <a:cubicBezTo>
                  <a:pt x="146" y="384"/>
                  <a:pt x="151" y="385"/>
                  <a:pt x="159" y="386"/>
                </a:cubicBezTo>
                <a:cubicBezTo>
                  <a:pt x="167" y="386"/>
                  <a:pt x="180" y="387"/>
                  <a:pt x="199" y="387"/>
                </a:cubicBezTo>
                <a:lnTo>
                  <a:pt x="215" y="387"/>
                </a:lnTo>
                <a:lnTo>
                  <a:pt x="215" y="416"/>
                </a:lnTo>
                <a:lnTo>
                  <a:pt x="208" y="416"/>
                </a:lnTo>
                <a:cubicBezTo>
                  <a:pt x="199" y="415"/>
                  <a:pt x="165" y="415"/>
                  <a:pt x="108" y="415"/>
                </a:cubicBezTo>
                <a:cubicBezTo>
                  <a:pt x="51" y="415"/>
                  <a:pt x="19" y="415"/>
                  <a:pt x="10" y="416"/>
                </a:cubicBezTo>
                <a:lnTo>
                  <a:pt x="3" y="416"/>
                </a:lnTo>
                <a:lnTo>
                  <a:pt x="3" y="387"/>
                </a:lnTo>
                <a:lnTo>
                  <a:pt x="19" y="387"/>
                </a:lnTo>
                <a:cubicBezTo>
                  <a:pt x="28" y="387"/>
                  <a:pt x="36" y="387"/>
                  <a:pt x="43" y="387"/>
                </a:cubicBezTo>
                <a:cubicBezTo>
                  <a:pt x="49" y="387"/>
                  <a:pt x="54" y="387"/>
                  <a:pt x="58" y="386"/>
                </a:cubicBezTo>
                <a:cubicBezTo>
                  <a:pt x="62" y="386"/>
                  <a:pt x="65" y="385"/>
                  <a:pt x="68" y="384"/>
                </a:cubicBezTo>
                <a:cubicBezTo>
                  <a:pt x="71" y="383"/>
                  <a:pt x="73" y="383"/>
                  <a:pt x="73" y="383"/>
                </a:cubicBezTo>
                <a:cubicBezTo>
                  <a:pt x="73" y="383"/>
                  <a:pt x="75" y="382"/>
                  <a:pt x="77" y="380"/>
                </a:cubicBezTo>
                <a:cubicBezTo>
                  <a:pt x="79" y="378"/>
                  <a:pt x="80" y="377"/>
                  <a:pt x="81" y="377"/>
                </a:cubicBezTo>
                <a:lnTo>
                  <a:pt x="81" y="5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7" name=""/>
          <p:cNvSpPr/>
          <p:nvPr/>
        </p:nvSpPr>
        <p:spPr>
          <a:xfrm>
            <a:off x="6544800" y="2318040"/>
            <a:ext cx="89640" cy="149760"/>
          </a:xfrm>
          <a:custGeom>
            <a:avLst/>
            <a:gdLst/>
            <a:ahLst/>
            <a:rect l="0" t="0" r="r" b="b"/>
            <a:pathLst>
              <a:path w="249" h="416">
                <a:moveTo>
                  <a:pt x="36" y="148"/>
                </a:moveTo>
                <a:cubicBezTo>
                  <a:pt x="25" y="148"/>
                  <a:pt x="16" y="144"/>
                  <a:pt x="10" y="137"/>
                </a:cubicBezTo>
                <a:cubicBezTo>
                  <a:pt x="3" y="129"/>
                  <a:pt x="0" y="120"/>
                  <a:pt x="0" y="109"/>
                </a:cubicBezTo>
                <a:cubicBezTo>
                  <a:pt x="0" y="80"/>
                  <a:pt x="11" y="54"/>
                  <a:pt x="33" y="33"/>
                </a:cubicBezTo>
                <a:cubicBezTo>
                  <a:pt x="56" y="11"/>
                  <a:pt x="83" y="0"/>
                  <a:pt x="116" y="0"/>
                </a:cubicBezTo>
                <a:cubicBezTo>
                  <a:pt x="154" y="0"/>
                  <a:pt x="185" y="12"/>
                  <a:pt x="211" y="35"/>
                </a:cubicBezTo>
                <a:cubicBezTo>
                  <a:pt x="236" y="59"/>
                  <a:pt x="249" y="89"/>
                  <a:pt x="249" y="126"/>
                </a:cubicBezTo>
                <a:cubicBezTo>
                  <a:pt x="249" y="144"/>
                  <a:pt x="245" y="161"/>
                  <a:pt x="237" y="177"/>
                </a:cubicBezTo>
                <a:cubicBezTo>
                  <a:pt x="228" y="193"/>
                  <a:pt x="218" y="207"/>
                  <a:pt x="207" y="219"/>
                </a:cubicBezTo>
                <a:cubicBezTo>
                  <a:pt x="195" y="231"/>
                  <a:pt x="179" y="247"/>
                  <a:pt x="157" y="265"/>
                </a:cubicBezTo>
                <a:cubicBezTo>
                  <a:pt x="142" y="278"/>
                  <a:pt x="121" y="297"/>
                  <a:pt x="95" y="323"/>
                </a:cubicBezTo>
                <a:lnTo>
                  <a:pt x="58" y="358"/>
                </a:lnTo>
                <a:lnTo>
                  <a:pt x="105" y="358"/>
                </a:lnTo>
                <a:cubicBezTo>
                  <a:pt x="170" y="358"/>
                  <a:pt x="205" y="357"/>
                  <a:pt x="209" y="355"/>
                </a:cubicBezTo>
                <a:cubicBezTo>
                  <a:pt x="212" y="354"/>
                  <a:pt x="217" y="336"/>
                  <a:pt x="224" y="300"/>
                </a:cubicBezTo>
                <a:lnTo>
                  <a:pt x="224" y="298"/>
                </a:lnTo>
                <a:lnTo>
                  <a:pt x="249" y="298"/>
                </a:lnTo>
                <a:lnTo>
                  <a:pt x="249" y="300"/>
                </a:lnTo>
                <a:cubicBezTo>
                  <a:pt x="249" y="301"/>
                  <a:pt x="246" y="320"/>
                  <a:pt x="241" y="356"/>
                </a:cubicBezTo>
                <a:cubicBezTo>
                  <a:pt x="236" y="393"/>
                  <a:pt x="233" y="413"/>
                  <a:pt x="232" y="415"/>
                </a:cubicBezTo>
                <a:lnTo>
                  <a:pt x="232" y="416"/>
                </a:lnTo>
                <a:lnTo>
                  <a:pt x="0" y="416"/>
                </a:lnTo>
                <a:lnTo>
                  <a:pt x="0" y="404"/>
                </a:lnTo>
                <a:lnTo>
                  <a:pt x="0" y="396"/>
                </a:lnTo>
                <a:cubicBezTo>
                  <a:pt x="0" y="393"/>
                  <a:pt x="1" y="390"/>
                  <a:pt x="3" y="387"/>
                </a:cubicBezTo>
                <a:cubicBezTo>
                  <a:pt x="6" y="383"/>
                  <a:pt x="12" y="376"/>
                  <a:pt x="22" y="365"/>
                </a:cubicBezTo>
                <a:cubicBezTo>
                  <a:pt x="34" y="352"/>
                  <a:pt x="44" y="340"/>
                  <a:pt x="54" y="330"/>
                </a:cubicBezTo>
                <a:cubicBezTo>
                  <a:pt x="58" y="326"/>
                  <a:pt x="65" y="318"/>
                  <a:pt x="75" y="307"/>
                </a:cubicBezTo>
                <a:cubicBezTo>
                  <a:pt x="86" y="296"/>
                  <a:pt x="93" y="288"/>
                  <a:pt x="97" y="284"/>
                </a:cubicBezTo>
                <a:cubicBezTo>
                  <a:pt x="100" y="280"/>
                  <a:pt x="106" y="273"/>
                  <a:pt x="115" y="263"/>
                </a:cubicBezTo>
                <a:cubicBezTo>
                  <a:pt x="123" y="254"/>
                  <a:pt x="129" y="247"/>
                  <a:pt x="132" y="242"/>
                </a:cubicBezTo>
                <a:cubicBezTo>
                  <a:pt x="135" y="238"/>
                  <a:pt x="140" y="231"/>
                  <a:pt x="146" y="224"/>
                </a:cubicBezTo>
                <a:cubicBezTo>
                  <a:pt x="153" y="216"/>
                  <a:pt x="157" y="209"/>
                  <a:pt x="159" y="204"/>
                </a:cubicBezTo>
                <a:cubicBezTo>
                  <a:pt x="162" y="198"/>
                  <a:pt x="165" y="192"/>
                  <a:pt x="169" y="186"/>
                </a:cubicBezTo>
                <a:cubicBezTo>
                  <a:pt x="173" y="179"/>
                  <a:pt x="175" y="172"/>
                  <a:pt x="177" y="166"/>
                </a:cubicBezTo>
                <a:cubicBezTo>
                  <a:pt x="179" y="159"/>
                  <a:pt x="180" y="153"/>
                  <a:pt x="181" y="147"/>
                </a:cubicBezTo>
                <a:cubicBezTo>
                  <a:pt x="183" y="141"/>
                  <a:pt x="183" y="134"/>
                  <a:pt x="183" y="126"/>
                </a:cubicBezTo>
                <a:cubicBezTo>
                  <a:pt x="183" y="100"/>
                  <a:pt x="176" y="78"/>
                  <a:pt x="162" y="58"/>
                </a:cubicBezTo>
                <a:cubicBezTo>
                  <a:pt x="148" y="39"/>
                  <a:pt x="128" y="30"/>
                  <a:pt x="102" y="30"/>
                </a:cubicBezTo>
                <a:cubicBezTo>
                  <a:pt x="88" y="30"/>
                  <a:pt x="76" y="33"/>
                  <a:pt x="65" y="40"/>
                </a:cubicBezTo>
                <a:cubicBezTo>
                  <a:pt x="55" y="47"/>
                  <a:pt x="47" y="54"/>
                  <a:pt x="43" y="61"/>
                </a:cubicBezTo>
                <a:cubicBezTo>
                  <a:pt x="38" y="68"/>
                  <a:pt x="36" y="71"/>
                  <a:pt x="36" y="73"/>
                </a:cubicBezTo>
                <a:cubicBezTo>
                  <a:pt x="36" y="73"/>
                  <a:pt x="37" y="73"/>
                  <a:pt x="39" y="73"/>
                </a:cubicBezTo>
                <a:cubicBezTo>
                  <a:pt x="47" y="73"/>
                  <a:pt x="56" y="76"/>
                  <a:pt x="64" y="82"/>
                </a:cubicBezTo>
                <a:cubicBezTo>
                  <a:pt x="71" y="88"/>
                  <a:pt x="75" y="97"/>
                  <a:pt x="75" y="111"/>
                </a:cubicBezTo>
                <a:cubicBezTo>
                  <a:pt x="75" y="121"/>
                  <a:pt x="72" y="130"/>
                  <a:pt x="65" y="137"/>
                </a:cubicBezTo>
                <a:cubicBezTo>
                  <a:pt x="59" y="144"/>
                  <a:pt x="49" y="148"/>
                  <a:pt x="36" y="14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8" name=""/>
          <p:cNvSpPr/>
          <p:nvPr/>
        </p:nvSpPr>
        <p:spPr>
          <a:xfrm>
            <a:off x="6758640" y="2660040"/>
            <a:ext cx="194040" cy="12960"/>
          </a:xfrm>
          <a:custGeom>
            <a:avLst/>
            <a:gdLst/>
            <a:ahLst/>
            <a:rect l="0" t="0" r="r" b="b"/>
            <a:pathLst>
              <a:path w="539" h="36">
                <a:moveTo>
                  <a:pt x="12" y="0"/>
                </a:moveTo>
                <a:lnTo>
                  <a:pt x="526" y="0"/>
                </a:lnTo>
                <a:cubicBezTo>
                  <a:pt x="534" y="5"/>
                  <a:pt x="539" y="11"/>
                  <a:pt x="539" y="19"/>
                </a:cubicBezTo>
                <a:cubicBezTo>
                  <a:pt x="539" y="26"/>
                  <a:pt x="534" y="32"/>
                  <a:pt x="526" y="36"/>
                </a:cubicBezTo>
                <a:lnTo>
                  <a:pt x="12" y="36"/>
                </a:lnTo>
                <a:cubicBezTo>
                  <a:pt x="4" y="32"/>
                  <a:pt x="0" y="26"/>
                  <a:pt x="0" y="19"/>
                </a:cubicBezTo>
                <a:cubicBezTo>
                  <a:pt x="0" y="10"/>
                  <a:pt x="4" y="4"/>
                  <a:pt x="12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9" name=""/>
          <p:cNvSpPr/>
          <p:nvPr/>
        </p:nvSpPr>
        <p:spPr>
          <a:xfrm>
            <a:off x="7106400" y="2381040"/>
            <a:ext cx="121320" cy="571320"/>
          </a:xfrm>
          <a:custGeom>
            <a:avLst/>
            <a:gdLst/>
            <a:ahLst/>
            <a:rect l="0" t="0" r="r" b="b"/>
            <a:pathLst>
              <a:path w="337" h="1587">
                <a:moveTo>
                  <a:pt x="0" y="930"/>
                </a:moveTo>
                <a:cubicBezTo>
                  <a:pt x="0" y="930"/>
                  <a:pt x="0" y="885"/>
                  <a:pt x="0" y="794"/>
                </a:cubicBezTo>
                <a:cubicBezTo>
                  <a:pt x="0" y="704"/>
                  <a:pt x="8" y="618"/>
                  <a:pt x="22" y="538"/>
                </a:cubicBezTo>
                <a:cubicBezTo>
                  <a:pt x="37" y="456"/>
                  <a:pt x="55" y="389"/>
                  <a:pt x="76" y="335"/>
                </a:cubicBezTo>
                <a:cubicBezTo>
                  <a:pt x="97" y="281"/>
                  <a:pt x="123" y="230"/>
                  <a:pt x="153" y="182"/>
                </a:cubicBezTo>
                <a:cubicBezTo>
                  <a:pt x="183" y="133"/>
                  <a:pt x="211" y="97"/>
                  <a:pt x="234" y="71"/>
                </a:cubicBezTo>
                <a:cubicBezTo>
                  <a:pt x="258" y="46"/>
                  <a:pt x="282" y="22"/>
                  <a:pt x="307" y="0"/>
                </a:cubicBezTo>
                <a:lnTo>
                  <a:pt x="332" y="0"/>
                </a:lnTo>
                <a:cubicBezTo>
                  <a:pt x="335" y="3"/>
                  <a:pt x="337" y="6"/>
                  <a:pt x="337" y="8"/>
                </a:cubicBezTo>
                <a:cubicBezTo>
                  <a:pt x="337" y="10"/>
                  <a:pt x="333" y="16"/>
                  <a:pt x="323" y="26"/>
                </a:cubicBezTo>
                <a:cubicBezTo>
                  <a:pt x="314" y="36"/>
                  <a:pt x="302" y="50"/>
                  <a:pt x="287" y="69"/>
                </a:cubicBezTo>
                <a:cubicBezTo>
                  <a:pt x="272" y="87"/>
                  <a:pt x="256" y="110"/>
                  <a:pt x="237" y="137"/>
                </a:cubicBezTo>
                <a:cubicBezTo>
                  <a:pt x="218" y="164"/>
                  <a:pt x="200" y="198"/>
                  <a:pt x="182" y="240"/>
                </a:cubicBezTo>
                <a:cubicBezTo>
                  <a:pt x="165" y="281"/>
                  <a:pt x="148" y="328"/>
                  <a:pt x="133" y="378"/>
                </a:cubicBezTo>
                <a:cubicBezTo>
                  <a:pt x="117" y="429"/>
                  <a:pt x="104" y="490"/>
                  <a:pt x="96" y="562"/>
                </a:cubicBezTo>
                <a:cubicBezTo>
                  <a:pt x="87" y="634"/>
                  <a:pt x="82" y="711"/>
                  <a:pt x="81" y="793"/>
                </a:cubicBezTo>
                <a:cubicBezTo>
                  <a:pt x="81" y="863"/>
                  <a:pt x="84" y="920"/>
                  <a:pt x="89" y="965"/>
                </a:cubicBezTo>
                <a:cubicBezTo>
                  <a:pt x="96" y="1049"/>
                  <a:pt x="110" y="1127"/>
                  <a:pt x="129" y="1199"/>
                </a:cubicBezTo>
                <a:cubicBezTo>
                  <a:pt x="148" y="1271"/>
                  <a:pt x="170" y="1328"/>
                  <a:pt x="194" y="1372"/>
                </a:cubicBezTo>
                <a:cubicBezTo>
                  <a:pt x="218" y="1415"/>
                  <a:pt x="240" y="1452"/>
                  <a:pt x="261" y="1483"/>
                </a:cubicBezTo>
                <a:cubicBezTo>
                  <a:pt x="283" y="1513"/>
                  <a:pt x="300" y="1536"/>
                  <a:pt x="315" y="1551"/>
                </a:cubicBezTo>
                <a:cubicBezTo>
                  <a:pt x="330" y="1567"/>
                  <a:pt x="337" y="1576"/>
                  <a:pt x="337" y="1579"/>
                </a:cubicBezTo>
                <a:cubicBezTo>
                  <a:pt x="337" y="1580"/>
                  <a:pt x="335" y="1583"/>
                  <a:pt x="332" y="1587"/>
                </a:cubicBezTo>
                <a:lnTo>
                  <a:pt x="307" y="1587"/>
                </a:lnTo>
                <a:cubicBezTo>
                  <a:pt x="281" y="1565"/>
                  <a:pt x="257" y="1541"/>
                  <a:pt x="233" y="1515"/>
                </a:cubicBezTo>
                <a:cubicBezTo>
                  <a:pt x="210" y="1489"/>
                  <a:pt x="182" y="1453"/>
                  <a:pt x="153" y="1405"/>
                </a:cubicBezTo>
                <a:cubicBezTo>
                  <a:pt x="124" y="1357"/>
                  <a:pt x="98" y="1307"/>
                  <a:pt x="76" y="1253"/>
                </a:cubicBezTo>
                <a:cubicBezTo>
                  <a:pt x="54" y="1199"/>
                  <a:pt x="37" y="1131"/>
                  <a:pt x="22" y="1051"/>
                </a:cubicBezTo>
                <a:lnTo>
                  <a:pt x="0" y="93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0" name=""/>
          <p:cNvSpPr/>
          <p:nvPr/>
        </p:nvSpPr>
        <p:spPr>
          <a:xfrm>
            <a:off x="7318440" y="2394360"/>
            <a:ext cx="172080" cy="140760"/>
          </a:xfrm>
          <a:custGeom>
            <a:avLst/>
            <a:gdLst/>
            <a:ahLst/>
            <a:rect l="0" t="0" r="r" b="b"/>
            <a:pathLst>
              <a:path w="478" h="391">
                <a:moveTo>
                  <a:pt x="135" y="391"/>
                </a:moveTo>
                <a:cubicBezTo>
                  <a:pt x="95" y="391"/>
                  <a:pt x="63" y="378"/>
                  <a:pt x="38" y="351"/>
                </a:cubicBezTo>
                <a:cubicBezTo>
                  <a:pt x="13" y="325"/>
                  <a:pt x="1" y="292"/>
                  <a:pt x="0" y="252"/>
                </a:cubicBezTo>
                <a:cubicBezTo>
                  <a:pt x="0" y="193"/>
                  <a:pt x="22" y="137"/>
                  <a:pt x="65" y="87"/>
                </a:cubicBezTo>
                <a:cubicBezTo>
                  <a:pt x="107" y="36"/>
                  <a:pt x="157" y="8"/>
                  <a:pt x="214" y="1"/>
                </a:cubicBezTo>
                <a:cubicBezTo>
                  <a:pt x="215" y="1"/>
                  <a:pt x="256" y="0"/>
                  <a:pt x="338" y="0"/>
                </a:cubicBezTo>
                <a:lnTo>
                  <a:pt x="460" y="0"/>
                </a:lnTo>
                <a:cubicBezTo>
                  <a:pt x="461" y="1"/>
                  <a:pt x="462" y="2"/>
                  <a:pt x="463" y="2"/>
                </a:cubicBezTo>
                <a:cubicBezTo>
                  <a:pt x="464" y="3"/>
                  <a:pt x="465" y="3"/>
                  <a:pt x="467" y="4"/>
                </a:cubicBezTo>
                <a:cubicBezTo>
                  <a:pt x="468" y="5"/>
                  <a:pt x="469" y="5"/>
                  <a:pt x="469" y="6"/>
                </a:cubicBezTo>
                <a:cubicBezTo>
                  <a:pt x="470" y="6"/>
                  <a:pt x="471" y="7"/>
                  <a:pt x="472" y="8"/>
                </a:cubicBezTo>
                <a:cubicBezTo>
                  <a:pt x="473" y="10"/>
                  <a:pt x="474" y="10"/>
                  <a:pt x="474" y="10"/>
                </a:cubicBezTo>
                <a:cubicBezTo>
                  <a:pt x="474" y="10"/>
                  <a:pt x="474" y="11"/>
                  <a:pt x="475" y="14"/>
                </a:cubicBezTo>
                <a:cubicBezTo>
                  <a:pt x="477" y="16"/>
                  <a:pt x="477" y="17"/>
                  <a:pt x="476" y="17"/>
                </a:cubicBezTo>
                <a:cubicBezTo>
                  <a:pt x="476" y="17"/>
                  <a:pt x="476" y="19"/>
                  <a:pt x="477" y="22"/>
                </a:cubicBezTo>
                <a:cubicBezTo>
                  <a:pt x="478" y="24"/>
                  <a:pt x="479" y="26"/>
                  <a:pt x="478" y="27"/>
                </a:cubicBezTo>
                <a:cubicBezTo>
                  <a:pt x="478" y="53"/>
                  <a:pt x="459" y="66"/>
                  <a:pt x="420" y="66"/>
                </a:cubicBezTo>
                <a:cubicBezTo>
                  <a:pt x="416" y="66"/>
                  <a:pt x="411" y="66"/>
                  <a:pt x="405" y="66"/>
                </a:cubicBezTo>
                <a:cubicBezTo>
                  <a:pt x="399" y="66"/>
                  <a:pt x="395" y="65"/>
                  <a:pt x="392" y="65"/>
                </a:cubicBezTo>
                <a:lnTo>
                  <a:pt x="340" y="65"/>
                </a:lnTo>
                <a:lnTo>
                  <a:pt x="344" y="74"/>
                </a:lnTo>
                <a:cubicBezTo>
                  <a:pt x="355" y="96"/>
                  <a:pt x="360" y="121"/>
                  <a:pt x="360" y="148"/>
                </a:cubicBezTo>
                <a:cubicBezTo>
                  <a:pt x="360" y="214"/>
                  <a:pt x="336" y="271"/>
                  <a:pt x="289" y="319"/>
                </a:cubicBezTo>
                <a:cubicBezTo>
                  <a:pt x="242" y="367"/>
                  <a:pt x="191" y="391"/>
                  <a:pt x="135" y="391"/>
                </a:cubicBezTo>
                <a:moveTo>
                  <a:pt x="291" y="135"/>
                </a:moveTo>
                <a:cubicBezTo>
                  <a:pt x="291" y="88"/>
                  <a:pt x="266" y="65"/>
                  <a:pt x="216" y="65"/>
                </a:cubicBezTo>
                <a:cubicBezTo>
                  <a:pt x="143" y="65"/>
                  <a:pt x="96" y="116"/>
                  <a:pt x="74" y="219"/>
                </a:cubicBezTo>
                <a:cubicBezTo>
                  <a:pt x="74" y="221"/>
                  <a:pt x="73" y="223"/>
                  <a:pt x="73" y="224"/>
                </a:cubicBezTo>
                <a:cubicBezTo>
                  <a:pt x="69" y="246"/>
                  <a:pt x="66" y="264"/>
                  <a:pt x="66" y="278"/>
                </a:cubicBezTo>
                <a:cubicBezTo>
                  <a:pt x="66" y="308"/>
                  <a:pt x="74" y="328"/>
                  <a:pt x="88" y="340"/>
                </a:cubicBezTo>
                <a:cubicBezTo>
                  <a:pt x="103" y="352"/>
                  <a:pt x="120" y="358"/>
                  <a:pt x="139" y="358"/>
                </a:cubicBezTo>
                <a:cubicBezTo>
                  <a:pt x="170" y="358"/>
                  <a:pt x="199" y="345"/>
                  <a:pt x="226" y="317"/>
                </a:cubicBezTo>
                <a:cubicBezTo>
                  <a:pt x="243" y="299"/>
                  <a:pt x="257" y="276"/>
                  <a:pt x="267" y="246"/>
                </a:cubicBezTo>
                <a:cubicBezTo>
                  <a:pt x="278" y="217"/>
                  <a:pt x="284" y="194"/>
                  <a:pt x="287" y="176"/>
                </a:cubicBezTo>
                <a:cubicBezTo>
                  <a:pt x="289" y="158"/>
                  <a:pt x="290" y="144"/>
                  <a:pt x="291" y="13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1" name=""/>
          <p:cNvSpPr/>
          <p:nvPr/>
        </p:nvSpPr>
        <p:spPr>
          <a:xfrm>
            <a:off x="7334280" y="2823120"/>
            <a:ext cx="130320" cy="144360"/>
          </a:xfrm>
          <a:custGeom>
            <a:avLst/>
            <a:gdLst/>
            <a:ahLst/>
            <a:rect l="0" t="0" r="r" b="b"/>
            <a:pathLst>
              <a:path w="362" h="401">
                <a:moveTo>
                  <a:pt x="0" y="137"/>
                </a:moveTo>
                <a:cubicBezTo>
                  <a:pt x="1" y="135"/>
                  <a:pt x="1" y="133"/>
                  <a:pt x="2" y="130"/>
                </a:cubicBezTo>
                <a:cubicBezTo>
                  <a:pt x="3" y="127"/>
                  <a:pt x="4" y="120"/>
                  <a:pt x="6" y="110"/>
                </a:cubicBezTo>
                <a:cubicBezTo>
                  <a:pt x="9" y="100"/>
                  <a:pt x="12" y="91"/>
                  <a:pt x="15" y="83"/>
                </a:cubicBezTo>
                <a:cubicBezTo>
                  <a:pt x="19" y="75"/>
                  <a:pt x="23" y="65"/>
                  <a:pt x="28" y="54"/>
                </a:cubicBezTo>
                <a:cubicBezTo>
                  <a:pt x="34" y="43"/>
                  <a:pt x="40" y="34"/>
                  <a:pt x="46" y="28"/>
                </a:cubicBezTo>
                <a:cubicBezTo>
                  <a:pt x="53" y="21"/>
                  <a:pt x="60" y="15"/>
                  <a:pt x="69" y="8"/>
                </a:cubicBezTo>
                <a:cubicBezTo>
                  <a:pt x="78" y="2"/>
                  <a:pt x="88" y="-1"/>
                  <a:pt x="98" y="0"/>
                </a:cubicBezTo>
                <a:cubicBezTo>
                  <a:pt x="115" y="0"/>
                  <a:pt x="130" y="4"/>
                  <a:pt x="143" y="11"/>
                </a:cubicBezTo>
                <a:cubicBezTo>
                  <a:pt x="156" y="18"/>
                  <a:pt x="165" y="24"/>
                  <a:pt x="170" y="30"/>
                </a:cubicBezTo>
                <a:cubicBezTo>
                  <a:pt x="176" y="36"/>
                  <a:pt x="179" y="42"/>
                  <a:pt x="180" y="48"/>
                </a:cubicBezTo>
                <a:cubicBezTo>
                  <a:pt x="181" y="51"/>
                  <a:pt x="182" y="53"/>
                  <a:pt x="183" y="53"/>
                </a:cubicBezTo>
                <a:cubicBezTo>
                  <a:pt x="183" y="53"/>
                  <a:pt x="186" y="51"/>
                  <a:pt x="190" y="47"/>
                </a:cubicBezTo>
                <a:cubicBezTo>
                  <a:pt x="218" y="16"/>
                  <a:pt x="251" y="1"/>
                  <a:pt x="288" y="1"/>
                </a:cubicBezTo>
                <a:lnTo>
                  <a:pt x="290" y="1"/>
                </a:lnTo>
                <a:cubicBezTo>
                  <a:pt x="318" y="1"/>
                  <a:pt x="341" y="13"/>
                  <a:pt x="355" y="37"/>
                </a:cubicBezTo>
                <a:cubicBezTo>
                  <a:pt x="359" y="48"/>
                  <a:pt x="362" y="59"/>
                  <a:pt x="362" y="70"/>
                </a:cubicBezTo>
                <a:cubicBezTo>
                  <a:pt x="362" y="87"/>
                  <a:pt x="358" y="102"/>
                  <a:pt x="350" y="112"/>
                </a:cubicBezTo>
                <a:cubicBezTo>
                  <a:pt x="343" y="123"/>
                  <a:pt x="335" y="130"/>
                  <a:pt x="326" y="132"/>
                </a:cubicBezTo>
                <a:cubicBezTo>
                  <a:pt x="319" y="135"/>
                  <a:pt x="311" y="137"/>
                  <a:pt x="304" y="136"/>
                </a:cubicBezTo>
                <a:cubicBezTo>
                  <a:pt x="293" y="136"/>
                  <a:pt x="283" y="133"/>
                  <a:pt x="276" y="126"/>
                </a:cubicBezTo>
                <a:cubicBezTo>
                  <a:pt x="269" y="120"/>
                  <a:pt x="266" y="111"/>
                  <a:pt x="266" y="101"/>
                </a:cubicBezTo>
                <a:cubicBezTo>
                  <a:pt x="266" y="73"/>
                  <a:pt x="282" y="54"/>
                  <a:pt x="315" y="44"/>
                </a:cubicBezTo>
                <a:cubicBezTo>
                  <a:pt x="302" y="37"/>
                  <a:pt x="291" y="33"/>
                  <a:pt x="283" y="33"/>
                </a:cubicBezTo>
                <a:cubicBezTo>
                  <a:pt x="250" y="33"/>
                  <a:pt x="220" y="55"/>
                  <a:pt x="192" y="98"/>
                </a:cubicBezTo>
                <a:cubicBezTo>
                  <a:pt x="187" y="107"/>
                  <a:pt x="182" y="117"/>
                  <a:pt x="179" y="127"/>
                </a:cubicBezTo>
                <a:cubicBezTo>
                  <a:pt x="176" y="137"/>
                  <a:pt x="166" y="176"/>
                  <a:pt x="149" y="244"/>
                </a:cubicBezTo>
                <a:cubicBezTo>
                  <a:pt x="129" y="327"/>
                  <a:pt x="118" y="371"/>
                  <a:pt x="115" y="377"/>
                </a:cubicBezTo>
                <a:cubicBezTo>
                  <a:pt x="107" y="393"/>
                  <a:pt x="95" y="401"/>
                  <a:pt x="77" y="401"/>
                </a:cubicBezTo>
                <a:cubicBezTo>
                  <a:pt x="69" y="401"/>
                  <a:pt x="63" y="399"/>
                  <a:pt x="58" y="395"/>
                </a:cubicBezTo>
                <a:cubicBezTo>
                  <a:pt x="54" y="392"/>
                  <a:pt x="51" y="388"/>
                  <a:pt x="49" y="385"/>
                </a:cubicBezTo>
                <a:cubicBezTo>
                  <a:pt x="47" y="381"/>
                  <a:pt x="46" y="378"/>
                  <a:pt x="47" y="376"/>
                </a:cubicBezTo>
                <a:cubicBezTo>
                  <a:pt x="47" y="368"/>
                  <a:pt x="59" y="317"/>
                  <a:pt x="82" y="223"/>
                </a:cubicBezTo>
                <a:cubicBezTo>
                  <a:pt x="106" y="130"/>
                  <a:pt x="118" y="78"/>
                  <a:pt x="118" y="67"/>
                </a:cubicBezTo>
                <a:cubicBezTo>
                  <a:pt x="118" y="44"/>
                  <a:pt x="110" y="33"/>
                  <a:pt x="95" y="33"/>
                </a:cubicBezTo>
                <a:cubicBezTo>
                  <a:pt x="82" y="33"/>
                  <a:pt x="72" y="41"/>
                  <a:pt x="63" y="58"/>
                </a:cubicBezTo>
                <a:cubicBezTo>
                  <a:pt x="54" y="74"/>
                  <a:pt x="47" y="92"/>
                  <a:pt x="42" y="111"/>
                </a:cubicBezTo>
                <a:cubicBezTo>
                  <a:pt x="36" y="131"/>
                  <a:pt x="33" y="141"/>
                  <a:pt x="32" y="143"/>
                </a:cubicBezTo>
                <a:cubicBezTo>
                  <a:pt x="31" y="144"/>
                  <a:pt x="26" y="145"/>
                  <a:pt x="18" y="145"/>
                </a:cubicBezTo>
                <a:lnTo>
                  <a:pt x="6" y="145"/>
                </a:lnTo>
                <a:cubicBezTo>
                  <a:pt x="2" y="141"/>
                  <a:pt x="0" y="139"/>
                  <a:pt x="0" y="13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2" name=""/>
          <p:cNvSpPr/>
          <p:nvPr/>
        </p:nvSpPr>
        <p:spPr>
          <a:xfrm>
            <a:off x="7277040" y="2656800"/>
            <a:ext cx="244800" cy="19440"/>
          </a:xfrm>
          <a:custGeom>
            <a:avLst/>
            <a:gdLst/>
            <a:ahLst/>
            <a:rect l="0" t="0" r="r" b="b"/>
            <a:pathLst>
              <a:path w="680" h="54">
                <a:moveTo>
                  <a:pt x="0" y="0"/>
                </a:moveTo>
                <a:lnTo>
                  <a:pt x="680" y="0"/>
                </a:lnTo>
                <a:lnTo>
                  <a:pt x="68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3" name=""/>
          <p:cNvSpPr/>
          <p:nvPr/>
        </p:nvSpPr>
        <p:spPr>
          <a:xfrm>
            <a:off x="7570800" y="2381040"/>
            <a:ext cx="121320" cy="571320"/>
          </a:xfrm>
          <a:custGeom>
            <a:avLst/>
            <a:gdLst/>
            <a:ahLst/>
            <a:rect l="0" t="0" r="r" b="b"/>
            <a:pathLst>
              <a:path w="337" h="1587">
                <a:moveTo>
                  <a:pt x="0" y="11"/>
                </a:moveTo>
                <a:cubicBezTo>
                  <a:pt x="0" y="3"/>
                  <a:pt x="5" y="0"/>
                  <a:pt x="14" y="0"/>
                </a:cubicBezTo>
                <a:lnTo>
                  <a:pt x="18" y="0"/>
                </a:lnTo>
                <a:lnTo>
                  <a:pt x="30" y="0"/>
                </a:lnTo>
                <a:cubicBezTo>
                  <a:pt x="56" y="22"/>
                  <a:pt x="80" y="45"/>
                  <a:pt x="104" y="71"/>
                </a:cubicBezTo>
                <a:cubicBezTo>
                  <a:pt x="127" y="97"/>
                  <a:pt x="154" y="134"/>
                  <a:pt x="183" y="182"/>
                </a:cubicBezTo>
                <a:cubicBezTo>
                  <a:pt x="213" y="229"/>
                  <a:pt x="238" y="280"/>
                  <a:pt x="261" y="334"/>
                </a:cubicBezTo>
                <a:cubicBezTo>
                  <a:pt x="283" y="388"/>
                  <a:pt x="301" y="456"/>
                  <a:pt x="315" y="538"/>
                </a:cubicBezTo>
                <a:cubicBezTo>
                  <a:pt x="329" y="619"/>
                  <a:pt x="336" y="704"/>
                  <a:pt x="337" y="794"/>
                </a:cubicBezTo>
                <a:cubicBezTo>
                  <a:pt x="337" y="884"/>
                  <a:pt x="330" y="969"/>
                  <a:pt x="315" y="1050"/>
                </a:cubicBezTo>
                <a:cubicBezTo>
                  <a:pt x="299" y="1130"/>
                  <a:pt x="282" y="1198"/>
                  <a:pt x="261" y="1253"/>
                </a:cubicBezTo>
                <a:cubicBezTo>
                  <a:pt x="239" y="1307"/>
                  <a:pt x="214" y="1358"/>
                  <a:pt x="183" y="1405"/>
                </a:cubicBezTo>
                <a:cubicBezTo>
                  <a:pt x="153" y="1452"/>
                  <a:pt x="126" y="1489"/>
                  <a:pt x="103" y="1515"/>
                </a:cubicBezTo>
                <a:cubicBezTo>
                  <a:pt x="80" y="1542"/>
                  <a:pt x="56" y="1566"/>
                  <a:pt x="30" y="1587"/>
                </a:cubicBezTo>
                <a:lnTo>
                  <a:pt x="18" y="1587"/>
                </a:lnTo>
                <a:cubicBezTo>
                  <a:pt x="11" y="1587"/>
                  <a:pt x="6" y="1586"/>
                  <a:pt x="3" y="1585"/>
                </a:cubicBezTo>
                <a:cubicBezTo>
                  <a:pt x="1" y="1584"/>
                  <a:pt x="0" y="1581"/>
                  <a:pt x="0" y="1576"/>
                </a:cubicBezTo>
                <a:cubicBezTo>
                  <a:pt x="18" y="1558"/>
                  <a:pt x="40" y="1532"/>
                  <a:pt x="66" y="1498"/>
                </a:cubicBezTo>
                <a:cubicBezTo>
                  <a:pt x="168" y="1361"/>
                  <a:pt x="228" y="1184"/>
                  <a:pt x="249" y="965"/>
                </a:cubicBezTo>
                <a:cubicBezTo>
                  <a:pt x="253" y="920"/>
                  <a:pt x="256" y="863"/>
                  <a:pt x="256" y="793"/>
                </a:cubicBezTo>
                <a:cubicBezTo>
                  <a:pt x="256" y="725"/>
                  <a:pt x="253" y="668"/>
                  <a:pt x="249" y="622"/>
                </a:cubicBezTo>
                <a:cubicBezTo>
                  <a:pt x="225" y="367"/>
                  <a:pt x="147" y="168"/>
                  <a:pt x="11" y="24"/>
                </a:cubicBezTo>
                <a:cubicBezTo>
                  <a:pt x="4" y="16"/>
                  <a:pt x="1" y="11"/>
                  <a:pt x="0" y="1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4" name=""/>
          <p:cNvSpPr/>
          <p:nvPr/>
        </p:nvSpPr>
        <p:spPr>
          <a:xfrm>
            <a:off x="7769160" y="2318040"/>
            <a:ext cx="93240" cy="154800"/>
          </a:xfrm>
          <a:custGeom>
            <a:avLst/>
            <a:gdLst/>
            <a:ahLst/>
            <a:rect l="0" t="0" r="r" b="b"/>
            <a:pathLst>
              <a:path w="259" h="430">
                <a:moveTo>
                  <a:pt x="0" y="221"/>
                </a:moveTo>
                <a:cubicBezTo>
                  <a:pt x="0" y="153"/>
                  <a:pt x="16" y="99"/>
                  <a:pt x="50" y="60"/>
                </a:cubicBezTo>
                <a:cubicBezTo>
                  <a:pt x="84" y="20"/>
                  <a:pt x="121" y="0"/>
                  <a:pt x="163" y="0"/>
                </a:cubicBezTo>
                <a:cubicBezTo>
                  <a:pt x="192" y="0"/>
                  <a:pt x="212" y="8"/>
                  <a:pt x="225" y="23"/>
                </a:cubicBezTo>
                <a:cubicBezTo>
                  <a:pt x="237" y="38"/>
                  <a:pt x="244" y="54"/>
                  <a:pt x="244" y="73"/>
                </a:cubicBezTo>
                <a:cubicBezTo>
                  <a:pt x="244" y="83"/>
                  <a:pt x="241" y="91"/>
                  <a:pt x="235" y="98"/>
                </a:cubicBezTo>
                <a:cubicBezTo>
                  <a:pt x="229" y="104"/>
                  <a:pt x="221" y="107"/>
                  <a:pt x="211" y="107"/>
                </a:cubicBezTo>
                <a:cubicBezTo>
                  <a:pt x="201" y="107"/>
                  <a:pt x="193" y="104"/>
                  <a:pt x="187" y="98"/>
                </a:cubicBezTo>
                <a:cubicBezTo>
                  <a:pt x="181" y="92"/>
                  <a:pt x="178" y="84"/>
                  <a:pt x="178" y="74"/>
                </a:cubicBezTo>
                <a:cubicBezTo>
                  <a:pt x="178" y="56"/>
                  <a:pt x="187" y="45"/>
                  <a:pt x="207" y="41"/>
                </a:cubicBezTo>
                <a:cubicBezTo>
                  <a:pt x="198" y="32"/>
                  <a:pt x="185" y="27"/>
                  <a:pt x="168" y="25"/>
                </a:cubicBezTo>
                <a:cubicBezTo>
                  <a:pt x="139" y="25"/>
                  <a:pt x="113" y="38"/>
                  <a:pt x="94" y="63"/>
                </a:cubicBezTo>
                <a:cubicBezTo>
                  <a:pt x="75" y="90"/>
                  <a:pt x="65" y="132"/>
                  <a:pt x="65" y="189"/>
                </a:cubicBezTo>
                <a:lnTo>
                  <a:pt x="66" y="191"/>
                </a:lnTo>
                <a:cubicBezTo>
                  <a:pt x="68" y="189"/>
                  <a:pt x="69" y="186"/>
                  <a:pt x="71" y="183"/>
                </a:cubicBezTo>
                <a:cubicBezTo>
                  <a:pt x="88" y="158"/>
                  <a:pt x="110" y="146"/>
                  <a:pt x="138" y="146"/>
                </a:cubicBezTo>
                <a:lnTo>
                  <a:pt x="141" y="146"/>
                </a:lnTo>
                <a:cubicBezTo>
                  <a:pt x="160" y="146"/>
                  <a:pt x="177" y="150"/>
                  <a:pt x="191" y="157"/>
                </a:cubicBezTo>
                <a:cubicBezTo>
                  <a:pt x="201" y="163"/>
                  <a:pt x="211" y="172"/>
                  <a:pt x="221" y="182"/>
                </a:cubicBezTo>
                <a:cubicBezTo>
                  <a:pt x="231" y="193"/>
                  <a:pt x="239" y="206"/>
                  <a:pt x="246" y="219"/>
                </a:cubicBezTo>
                <a:cubicBezTo>
                  <a:pt x="254" y="239"/>
                  <a:pt x="259" y="262"/>
                  <a:pt x="259" y="286"/>
                </a:cubicBezTo>
                <a:lnTo>
                  <a:pt x="259" y="297"/>
                </a:lnTo>
                <a:cubicBezTo>
                  <a:pt x="259" y="306"/>
                  <a:pt x="258" y="315"/>
                  <a:pt x="255" y="324"/>
                </a:cubicBezTo>
                <a:cubicBezTo>
                  <a:pt x="251" y="348"/>
                  <a:pt x="238" y="372"/>
                  <a:pt x="216" y="395"/>
                </a:cubicBezTo>
                <a:cubicBezTo>
                  <a:pt x="194" y="419"/>
                  <a:pt x="166" y="430"/>
                  <a:pt x="131" y="430"/>
                </a:cubicBezTo>
                <a:cubicBezTo>
                  <a:pt x="119" y="430"/>
                  <a:pt x="108" y="429"/>
                  <a:pt x="97" y="425"/>
                </a:cubicBezTo>
                <a:cubicBezTo>
                  <a:pt x="87" y="422"/>
                  <a:pt x="75" y="416"/>
                  <a:pt x="63" y="407"/>
                </a:cubicBezTo>
                <a:cubicBezTo>
                  <a:pt x="50" y="397"/>
                  <a:pt x="39" y="385"/>
                  <a:pt x="31" y="370"/>
                </a:cubicBezTo>
                <a:cubicBezTo>
                  <a:pt x="22" y="354"/>
                  <a:pt x="15" y="334"/>
                  <a:pt x="8" y="309"/>
                </a:cubicBezTo>
                <a:cubicBezTo>
                  <a:pt x="2" y="284"/>
                  <a:pt x="-1" y="255"/>
                  <a:pt x="0" y="221"/>
                </a:cubicBezTo>
                <a:moveTo>
                  <a:pt x="134" y="168"/>
                </a:moveTo>
                <a:cubicBezTo>
                  <a:pt x="121" y="168"/>
                  <a:pt x="110" y="172"/>
                  <a:pt x="101" y="179"/>
                </a:cubicBezTo>
                <a:cubicBezTo>
                  <a:pt x="92" y="186"/>
                  <a:pt x="85" y="196"/>
                  <a:pt x="80" y="208"/>
                </a:cubicBezTo>
                <a:cubicBezTo>
                  <a:pt x="75" y="219"/>
                  <a:pt x="71" y="231"/>
                  <a:pt x="69" y="243"/>
                </a:cubicBezTo>
                <a:cubicBezTo>
                  <a:pt x="67" y="255"/>
                  <a:pt x="66" y="268"/>
                  <a:pt x="66" y="282"/>
                </a:cubicBezTo>
                <a:cubicBezTo>
                  <a:pt x="66" y="316"/>
                  <a:pt x="68" y="341"/>
                  <a:pt x="73" y="356"/>
                </a:cubicBezTo>
                <a:cubicBezTo>
                  <a:pt x="78" y="371"/>
                  <a:pt x="86" y="383"/>
                  <a:pt x="97" y="392"/>
                </a:cubicBezTo>
                <a:cubicBezTo>
                  <a:pt x="107" y="400"/>
                  <a:pt x="118" y="403"/>
                  <a:pt x="130" y="403"/>
                </a:cubicBezTo>
                <a:cubicBezTo>
                  <a:pt x="152" y="403"/>
                  <a:pt x="168" y="396"/>
                  <a:pt x="179" y="380"/>
                </a:cubicBezTo>
                <a:cubicBezTo>
                  <a:pt x="185" y="372"/>
                  <a:pt x="189" y="363"/>
                  <a:pt x="191" y="352"/>
                </a:cubicBezTo>
                <a:cubicBezTo>
                  <a:pt x="193" y="340"/>
                  <a:pt x="194" y="319"/>
                  <a:pt x="194" y="286"/>
                </a:cubicBezTo>
                <a:cubicBezTo>
                  <a:pt x="194" y="253"/>
                  <a:pt x="193" y="231"/>
                  <a:pt x="191" y="220"/>
                </a:cubicBezTo>
                <a:cubicBezTo>
                  <a:pt x="189" y="208"/>
                  <a:pt x="185" y="199"/>
                  <a:pt x="179" y="191"/>
                </a:cubicBezTo>
                <a:cubicBezTo>
                  <a:pt x="168" y="176"/>
                  <a:pt x="153" y="168"/>
                  <a:pt x="134" y="16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5" name=""/>
          <p:cNvSpPr/>
          <p:nvPr/>
        </p:nvSpPr>
        <p:spPr>
          <a:xfrm>
            <a:off x="7891200" y="2285640"/>
            <a:ext cx="85680" cy="761760"/>
          </a:xfrm>
          <a:custGeom>
            <a:avLst/>
            <a:gdLst/>
            <a:ahLst/>
            <a:rect l="0" t="0" r="r" b="b"/>
            <a:pathLst>
              <a:path w="238" h="2116">
                <a:moveTo>
                  <a:pt x="0" y="55"/>
                </a:moveTo>
                <a:lnTo>
                  <a:pt x="0" y="0"/>
                </a:lnTo>
                <a:lnTo>
                  <a:pt x="238" y="0"/>
                </a:lnTo>
                <a:lnTo>
                  <a:pt x="238" y="2116"/>
                </a:lnTo>
                <a:lnTo>
                  <a:pt x="0" y="2116"/>
                </a:lnTo>
                <a:lnTo>
                  <a:pt x="0" y="2061"/>
                </a:lnTo>
                <a:lnTo>
                  <a:pt x="183" y="2061"/>
                </a:lnTo>
                <a:lnTo>
                  <a:pt x="183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6" name=""/>
          <p:cNvSpPr/>
          <p:nvPr/>
        </p:nvSpPr>
        <p:spPr>
          <a:xfrm>
            <a:off x="765360" y="3369960"/>
            <a:ext cx="108720" cy="140760"/>
          </a:xfrm>
          <a:custGeom>
            <a:avLst/>
            <a:gdLst/>
            <a:ahLst/>
            <a:rect l="0" t="0" r="r" b="b"/>
            <a:pathLst>
              <a:path w="302" h="391">
                <a:moveTo>
                  <a:pt x="165" y="391"/>
                </a:moveTo>
                <a:cubicBezTo>
                  <a:pt x="119" y="391"/>
                  <a:pt x="80" y="375"/>
                  <a:pt x="48" y="345"/>
                </a:cubicBezTo>
                <a:cubicBezTo>
                  <a:pt x="16" y="314"/>
                  <a:pt x="0" y="275"/>
                  <a:pt x="0" y="228"/>
                </a:cubicBezTo>
                <a:cubicBezTo>
                  <a:pt x="0" y="176"/>
                  <a:pt x="13" y="131"/>
                  <a:pt x="41" y="96"/>
                </a:cubicBezTo>
                <a:cubicBezTo>
                  <a:pt x="61" y="70"/>
                  <a:pt x="86" y="48"/>
                  <a:pt x="117" y="31"/>
                </a:cubicBezTo>
                <a:cubicBezTo>
                  <a:pt x="148" y="14"/>
                  <a:pt x="182" y="4"/>
                  <a:pt x="218" y="1"/>
                </a:cubicBezTo>
                <a:cubicBezTo>
                  <a:pt x="219" y="0"/>
                  <a:pt x="232" y="0"/>
                  <a:pt x="255" y="0"/>
                </a:cubicBezTo>
                <a:lnTo>
                  <a:pt x="289" y="0"/>
                </a:lnTo>
                <a:cubicBezTo>
                  <a:pt x="298" y="3"/>
                  <a:pt x="302" y="9"/>
                  <a:pt x="302" y="18"/>
                </a:cubicBezTo>
                <a:cubicBezTo>
                  <a:pt x="302" y="33"/>
                  <a:pt x="290" y="41"/>
                  <a:pt x="266" y="41"/>
                </a:cubicBezTo>
                <a:lnTo>
                  <a:pt x="252" y="41"/>
                </a:lnTo>
                <a:lnTo>
                  <a:pt x="240" y="41"/>
                </a:lnTo>
                <a:cubicBezTo>
                  <a:pt x="169" y="41"/>
                  <a:pt x="122" y="72"/>
                  <a:pt x="100" y="136"/>
                </a:cubicBezTo>
                <a:lnTo>
                  <a:pt x="97" y="146"/>
                </a:lnTo>
                <a:lnTo>
                  <a:pt x="254" y="146"/>
                </a:lnTo>
                <a:cubicBezTo>
                  <a:pt x="261" y="152"/>
                  <a:pt x="265" y="157"/>
                  <a:pt x="265" y="163"/>
                </a:cubicBezTo>
                <a:cubicBezTo>
                  <a:pt x="265" y="175"/>
                  <a:pt x="259" y="183"/>
                  <a:pt x="247" y="188"/>
                </a:cubicBezTo>
                <a:lnTo>
                  <a:pt x="86" y="188"/>
                </a:lnTo>
                <a:lnTo>
                  <a:pt x="86" y="190"/>
                </a:lnTo>
                <a:cubicBezTo>
                  <a:pt x="80" y="207"/>
                  <a:pt x="77" y="229"/>
                  <a:pt x="77" y="255"/>
                </a:cubicBezTo>
                <a:cubicBezTo>
                  <a:pt x="77" y="294"/>
                  <a:pt x="87" y="320"/>
                  <a:pt x="105" y="335"/>
                </a:cubicBezTo>
                <a:cubicBezTo>
                  <a:pt x="124" y="350"/>
                  <a:pt x="146" y="357"/>
                  <a:pt x="169" y="358"/>
                </a:cubicBezTo>
                <a:cubicBezTo>
                  <a:pt x="185" y="358"/>
                  <a:pt x="200" y="355"/>
                  <a:pt x="216" y="349"/>
                </a:cubicBezTo>
                <a:cubicBezTo>
                  <a:pt x="231" y="343"/>
                  <a:pt x="243" y="337"/>
                  <a:pt x="253" y="331"/>
                </a:cubicBezTo>
                <a:cubicBezTo>
                  <a:pt x="262" y="324"/>
                  <a:pt x="267" y="321"/>
                  <a:pt x="268" y="321"/>
                </a:cubicBezTo>
                <a:cubicBezTo>
                  <a:pt x="272" y="321"/>
                  <a:pt x="275" y="324"/>
                  <a:pt x="277" y="330"/>
                </a:cubicBezTo>
                <a:cubicBezTo>
                  <a:pt x="280" y="336"/>
                  <a:pt x="281" y="341"/>
                  <a:pt x="281" y="346"/>
                </a:cubicBezTo>
                <a:cubicBezTo>
                  <a:pt x="281" y="348"/>
                  <a:pt x="281" y="349"/>
                  <a:pt x="280" y="350"/>
                </a:cubicBezTo>
                <a:cubicBezTo>
                  <a:pt x="278" y="352"/>
                  <a:pt x="272" y="356"/>
                  <a:pt x="262" y="362"/>
                </a:cubicBezTo>
                <a:cubicBezTo>
                  <a:pt x="252" y="368"/>
                  <a:pt x="238" y="374"/>
                  <a:pt x="220" y="381"/>
                </a:cubicBezTo>
                <a:cubicBezTo>
                  <a:pt x="202" y="387"/>
                  <a:pt x="184" y="391"/>
                  <a:pt x="165" y="3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7" name=""/>
          <p:cNvSpPr/>
          <p:nvPr/>
        </p:nvSpPr>
        <p:spPr>
          <a:xfrm>
            <a:off x="987120" y="3390120"/>
            <a:ext cx="211680" cy="74880"/>
          </a:xfrm>
          <a:custGeom>
            <a:avLst/>
            <a:gdLst/>
            <a:ahLst/>
            <a:rect l="0" t="0" r="r" b="b"/>
            <a:pathLst>
              <a:path w="588" h="208">
                <a:moveTo>
                  <a:pt x="0" y="18"/>
                </a:moveTo>
                <a:cubicBezTo>
                  <a:pt x="0" y="10"/>
                  <a:pt x="4" y="5"/>
                  <a:pt x="13" y="0"/>
                </a:cubicBezTo>
                <a:lnTo>
                  <a:pt x="575" y="0"/>
                </a:lnTo>
                <a:cubicBezTo>
                  <a:pt x="584" y="5"/>
                  <a:pt x="588" y="11"/>
                  <a:pt x="588" y="18"/>
                </a:cubicBezTo>
                <a:cubicBezTo>
                  <a:pt x="588" y="25"/>
                  <a:pt x="584" y="30"/>
                  <a:pt x="576" y="35"/>
                </a:cubicBezTo>
                <a:lnTo>
                  <a:pt x="29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0"/>
                </a:moveTo>
                <a:cubicBezTo>
                  <a:pt x="0" y="181"/>
                  <a:pt x="5" y="175"/>
                  <a:pt x="14" y="172"/>
                </a:cubicBezTo>
                <a:lnTo>
                  <a:pt x="576" y="172"/>
                </a:lnTo>
                <a:cubicBezTo>
                  <a:pt x="584" y="178"/>
                  <a:pt x="588" y="184"/>
                  <a:pt x="588" y="190"/>
                </a:cubicBezTo>
                <a:cubicBezTo>
                  <a:pt x="588" y="198"/>
                  <a:pt x="584" y="204"/>
                  <a:pt x="575" y="208"/>
                </a:cubicBezTo>
                <a:lnTo>
                  <a:pt x="13" y="208"/>
                </a:lnTo>
                <a:cubicBezTo>
                  <a:pt x="4" y="204"/>
                  <a:pt x="0" y="198"/>
                  <a:pt x="0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8" name=""/>
          <p:cNvSpPr/>
          <p:nvPr/>
        </p:nvSpPr>
        <p:spPr>
          <a:xfrm>
            <a:off x="1330560" y="3295440"/>
            <a:ext cx="109440" cy="211680"/>
          </a:xfrm>
          <a:custGeom>
            <a:avLst/>
            <a:gdLst/>
            <a:ahLst/>
            <a:rect l="0" t="0" r="r" b="b"/>
            <a:pathLst>
              <a:path w="304" h="588">
                <a:moveTo>
                  <a:pt x="116" y="78"/>
                </a:moveTo>
                <a:lnTo>
                  <a:pt x="104" y="82"/>
                </a:lnTo>
                <a:cubicBezTo>
                  <a:pt x="96" y="85"/>
                  <a:pt x="83" y="88"/>
                  <a:pt x="68" y="91"/>
                </a:cubicBezTo>
                <a:cubicBezTo>
                  <a:pt x="53" y="94"/>
                  <a:pt x="36" y="96"/>
                  <a:pt x="17" y="97"/>
                </a:cubicBezTo>
                <a:lnTo>
                  <a:pt x="0" y="97"/>
                </a:lnTo>
                <a:lnTo>
                  <a:pt x="0" y="56"/>
                </a:lnTo>
                <a:lnTo>
                  <a:pt x="17" y="56"/>
                </a:lnTo>
                <a:cubicBezTo>
                  <a:pt x="44" y="55"/>
                  <a:pt x="70" y="51"/>
                  <a:pt x="94" y="43"/>
                </a:cubicBezTo>
                <a:cubicBezTo>
                  <a:pt x="118" y="36"/>
                  <a:pt x="134" y="29"/>
                  <a:pt x="144" y="22"/>
                </a:cubicBezTo>
                <a:cubicBezTo>
                  <a:pt x="153" y="16"/>
                  <a:pt x="161" y="9"/>
                  <a:pt x="168" y="3"/>
                </a:cubicBezTo>
                <a:cubicBezTo>
                  <a:pt x="170" y="1"/>
                  <a:pt x="173" y="0"/>
                  <a:pt x="179" y="0"/>
                </a:cubicBezTo>
                <a:cubicBezTo>
                  <a:pt x="184" y="0"/>
                  <a:pt x="189" y="2"/>
                  <a:pt x="194" y="5"/>
                </a:cubicBezTo>
                <a:lnTo>
                  <a:pt x="194" y="269"/>
                </a:lnTo>
                <a:lnTo>
                  <a:pt x="195" y="534"/>
                </a:lnTo>
                <a:cubicBezTo>
                  <a:pt x="199" y="538"/>
                  <a:pt x="203" y="541"/>
                  <a:pt x="205" y="542"/>
                </a:cubicBezTo>
                <a:cubicBezTo>
                  <a:pt x="208" y="543"/>
                  <a:pt x="215" y="544"/>
                  <a:pt x="227" y="546"/>
                </a:cubicBezTo>
                <a:cubicBezTo>
                  <a:pt x="238" y="547"/>
                  <a:pt x="256" y="547"/>
                  <a:pt x="281" y="547"/>
                </a:cubicBezTo>
                <a:lnTo>
                  <a:pt x="304" y="547"/>
                </a:lnTo>
                <a:lnTo>
                  <a:pt x="304" y="588"/>
                </a:lnTo>
                <a:lnTo>
                  <a:pt x="294" y="588"/>
                </a:lnTo>
                <a:cubicBezTo>
                  <a:pt x="282" y="586"/>
                  <a:pt x="235" y="585"/>
                  <a:pt x="154" y="585"/>
                </a:cubicBezTo>
                <a:cubicBezTo>
                  <a:pt x="74" y="585"/>
                  <a:pt x="27" y="586"/>
                  <a:pt x="15" y="588"/>
                </a:cubicBezTo>
                <a:lnTo>
                  <a:pt x="5" y="588"/>
                </a:lnTo>
                <a:lnTo>
                  <a:pt x="5" y="547"/>
                </a:lnTo>
                <a:lnTo>
                  <a:pt x="27" y="547"/>
                </a:lnTo>
                <a:cubicBezTo>
                  <a:pt x="40" y="547"/>
                  <a:pt x="51" y="547"/>
                  <a:pt x="61" y="547"/>
                </a:cubicBezTo>
                <a:cubicBezTo>
                  <a:pt x="70" y="547"/>
                  <a:pt x="78" y="547"/>
                  <a:pt x="83" y="546"/>
                </a:cubicBezTo>
                <a:cubicBezTo>
                  <a:pt x="88" y="546"/>
                  <a:pt x="94" y="545"/>
                  <a:pt x="98" y="544"/>
                </a:cubicBezTo>
                <a:cubicBezTo>
                  <a:pt x="102" y="543"/>
                  <a:pt x="104" y="542"/>
                  <a:pt x="105" y="542"/>
                </a:cubicBezTo>
                <a:cubicBezTo>
                  <a:pt x="106" y="542"/>
                  <a:pt x="107" y="541"/>
                  <a:pt x="110" y="538"/>
                </a:cubicBezTo>
                <a:cubicBezTo>
                  <a:pt x="113" y="535"/>
                  <a:pt x="115" y="533"/>
                  <a:pt x="116" y="534"/>
                </a:cubicBezTo>
                <a:lnTo>
                  <a:pt x="116" y="7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9" name=""/>
          <p:cNvSpPr/>
          <p:nvPr/>
        </p:nvSpPr>
        <p:spPr>
          <a:xfrm>
            <a:off x="1487520" y="3468600"/>
            <a:ext cx="38880" cy="38520"/>
          </a:xfrm>
          <a:custGeom>
            <a:avLst/>
            <a:gdLst/>
            <a:ahLst/>
            <a:rect l="0" t="0" r="r" b="b"/>
            <a:pathLst>
              <a:path w="108" h="107">
                <a:moveTo>
                  <a:pt x="0" y="53"/>
                </a:moveTo>
                <a:cubicBezTo>
                  <a:pt x="0" y="39"/>
                  <a:pt x="5" y="27"/>
                  <a:pt x="15" y="16"/>
                </a:cubicBezTo>
                <a:cubicBezTo>
                  <a:pt x="25" y="5"/>
                  <a:pt x="38" y="0"/>
                  <a:pt x="53" y="0"/>
                </a:cubicBezTo>
                <a:cubicBezTo>
                  <a:pt x="68" y="0"/>
                  <a:pt x="80" y="5"/>
                  <a:pt x="91" y="14"/>
                </a:cubicBezTo>
                <a:cubicBezTo>
                  <a:pt x="102" y="24"/>
                  <a:pt x="107" y="36"/>
                  <a:pt x="108" y="52"/>
                </a:cubicBezTo>
                <a:cubicBezTo>
                  <a:pt x="108" y="67"/>
                  <a:pt x="103" y="80"/>
                  <a:pt x="93" y="91"/>
                </a:cubicBezTo>
                <a:cubicBezTo>
                  <a:pt x="83" y="102"/>
                  <a:pt x="70" y="107"/>
                  <a:pt x="54" y="107"/>
                </a:cubicBezTo>
                <a:cubicBezTo>
                  <a:pt x="39" y="107"/>
                  <a:pt x="26" y="102"/>
                  <a:pt x="16" y="92"/>
                </a:cubicBezTo>
                <a:cubicBezTo>
                  <a:pt x="6" y="82"/>
                  <a:pt x="1" y="68"/>
                  <a:pt x="0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0" name=""/>
          <p:cNvSpPr/>
          <p:nvPr/>
        </p:nvSpPr>
        <p:spPr>
          <a:xfrm>
            <a:off x="1563480" y="329544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0" y="71"/>
                </a:moveTo>
                <a:cubicBezTo>
                  <a:pt x="83" y="24"/>
                  <a:pt x="128" y="0"/>
                  <a:pt x="185" y="0"/>
                </a:cubicBezTo>
                <a:cubicBezTo>
                  <a:pt x="213" y="0"/>
                  <a:pt x="241" y="8"/>
                  <a:pt x="269" y="23"/>
                </a:cubicBezTo>
                <a:cubicBezTo>
                  <a:pt x="299" y="38"/>
                  <a:pt x="321" y="65"/>
                  <a:pt x="339" y="104"/>
                </a:cubicBezTo>
                <a:cubicBezTo>
                  <a:pt x="361" y="153"/>
                  <a:pt x="372" y="220"/>
                  <a:pt x="372" y="306"/>
                </a:cubicBezTo>
                <a:cubicBezTo>
                  <a:pt x="372" y="397"/>
                  <a:pt x="359" y="467"/>
                  <a:pt x="334" y="515"/>
                </a:cubicBezTo>
                <a:cubicBezTo>
                  <a:pt x="322" y="539"/>
                  <a:pt x="306" y="559"/>
                  <a:pt x="285" y="574"/>
                </a:cubicBezTo>
                <a:cubicBezTo>
                  <a:pt x="264" y="588"/>
                  <a:pt x="246" y="598"/>
                  <a:pt x="231" y="601"/>
                </a:cubicBezTo>
                <a:cubicBezTo>
                  <a:pt x="215" y="605"/>
                  <a:pt x="200" y="607"/>
                  <a:pt x="186" y="607"/>
                </a:cubicBezTo>
                <a:cubicBezTo>
                  <a:pt x="170" y="607"/>
                  <a:pt x="155" y="605"/>
                  <a:pt x="140" y="602"/>
                </a:cubicBezTo>
                <a:cubicBezTo>
                  <a:pt x="125" y="598"/>
                  <a:pt x="107" y="589"/>
                  <a:pt x="86" y="574"/>
                </a:cubicBezTo>
                <a:cubicBezTo>
                  <a:pt x="66" y="558"/>
                  <a:pt x="49" y="539"/>
                  <a:pt x="38" y="515"/>
                </a:cubicBezTo>
                <a:cubicBezTo>
                  <a:pt x="12" y="467"/>
                  <a:pt x="0" y="397"/>
                  <a:pt x="0" y="306"/>
                </a:cubicBezTo>
                <a:cubicBezTo>
                  <a:pt x="0" y="203"/>
                  <a:pt x="16" y="125"/>
                  <a:pt x="50" y="71"/>
                </a:cubicBezTo>
                <a:moveTo>
                  <a:pt x="248" y="61"/>
                </a:moveTo>
                <a:cubicBezTo>
                  <a:pt x="231" y="42"/>
                  <a:pt x="210" y="33"/>
                  <a:pt x="186" y="33"/>
                </a:cubicBezTo>
                <a:cubicBezTo>
                  <a:pt x="161" y="33"/>
                  <a:pt x="140" y="42"/>
                  <a:pt x="122" y="61"/>
                </a:cubicBezTo>
                <a:cubicBezTo>
                  <a:pt x="108" y="76"/>
                  <a:pt x="98" y="97"/>
                  <a:pt x="93" y="124"/>
                </a:cubicBezTo>
                <a:cubicBezTo>
                  <a:pt x="88" y="151"/>
                  <a:pt x="86" y="208"/>
                  <a:pt x="86" y="294"/>
                </a:cubicBezTo>
                <a:cubicBezTo>
                  <a:pt x="86" y="387"/>
                  <a:pt x="88" y="448"/>
                  <a:pt x="93" y="478"/>
                </a:cubicBezTo>
                <a:cubicBezTo>
                  <a:pt x="98" y="507"/>
                  <a:pt x="108" y="530"/>
                  <a:pt x="125" y="547"/>
                </a:cubicBezTo>
                <a:cubicBezTo>
                  <a:pt x="141" y="565"/>
                  <a:pt x="162" y="574"/>
                  <a:pt x="186" y="574"/>
                </a:cubicBezTo>
                <a:cubicBezTo>
                  <a:pt x="209" y="574"/>
                  <a:pt x="229" y="565"/>
                  <a:pt x="246" y="547"/>
                </a:cubicBezTo>
                <a:cubicBezTo>
                  <a:pt x="263" y="530"/>
                  <a:pt x="273" y="505"/>
                  <a:pt x="277" y="473"/>
                </a:cubicBezTo>
                <a:cubicBezTo>
                  <a:pt x="281" y="442"/>
                  <a:pt x="285" y="382"/>
                  <a:pt x="285" y="294"/>
                </a:cubicBezTo>
                <a:cubicBezTo>
                  <a:pt x="285" y="208"/>
                  <a:pt x="283" y="152"/>
                  <a:pt x="277" y="125"/>
                </a:cubicBezTo>
                <a:cubicBezTo>
                  <a:pt x="273" y="98"/>
                  <a:pt x="263" y="77"/>
                  <a:pt x="248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47720" y="1724040"/>
            <a:ext cx="29592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Lennard-Jones 12-6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" name=""/>
          <p:cNvSpPr/>
          <p:nvPr/>
        </p:nvSpPr>
        <p:spPr>
          <a:xfrm>
            <a:off x="1829160" y="3369960"/>
            <a:ext cx="172080" cy="140760"/>
          </a:xfrm>
          <a:custGeom>
            <a:avLst/>
            <a:gdLst/>
            <a:ahLst/>
            <a:rect l="0" t="0" r="r" b="b"/>
            <a:pathLst>
              <a:path w="478" h="391">
                <a:moveTo>
                  <a:pt x="135" y="391"/>
                </a:moveTo>
                <a:cubicBezTo>
                  <a:pt x="95" y="391"/>
                  <a:pt x="63" y="377"/>
                  <a:pt x="38" y="351"/>
                </a:cubicBezTo>
                <a:cubicBezTo>
                  <a:pt x="13" y="324"/>
                  <a:pt x="1" y="291"/>
                  <a:pt x="0" y="251"/>
                </a:cubicBezTo>
                <a:cubicBezTo>
                  <a:pt x="0" y="193"/>
                  <a:pt x="22" y="137"/>
                  <a:pt x="64" y="86"/>
                </a:cubicBezTo>
                <a:cubicBezTo>
                  <a:pt x="107" y="36"/>
                  <a:pt x="157" y="7"/>
                  <a:pt x="214" y="1"/>
                </a:cubicBezTo>
                <a:cubicBezTo>
                  <a:pt x="215" y="0"/>
                  <a:pt x="256" y="0"/>
                  <a:pt x="338" y="0"/>
                </a:cubicBezTo>
                <a:lnTo>
                  <a:pt x="460" y="0"/>
                </a:lnTo>
                <a:cubicBezTo>
                  <a:pt x="461" y="1"/>
                  <a:pt x="462" y="1"/>
                  <a:pt x="463" y="2"/>
                </a:cubicBezTo>
                <a:cubicBezTo>
                  <a:pt x="464" y="2"/>
                  <a:pt x="465" y="3"/>
                  <a:pt x="466" y="4"/>
                </a:cubicBezTo>
                <a:cubicBezTo>
                  <a:pt x="467" y="4"/>
                  <a:pt x="468" y="5"/>
                  <a:pt x="469" y="5"/>
                </a:cubicBezTo>
                <a:cubicBezTo>
                  <a:pt x="470" y="6"/>
                  <a:pt x="470" y="7"/>
                  <a:pt x="472" y="8"/>
                </a:cubicBezTo>
                <a:cubicBezTo>
                  <a:pt x="473" y="9"/>
                  <a:pt x="473" y="10"/>
                  <a:pt x="473" y="10"/>
                </a:cubicBezTo>
                <a:cubicBezTo>
                  <a:pt x="473" y="10"/>
                  <a:pt x="474" y="11"/>
                  <a:pt x="475" y="13"/>
                </a:cubicBezTo>
                <a:cubicBezTo>
                  <a:pt x="476" y="16"/>
                  <a:pt x="477" y="17"/>
                  <a:pt x="476" y="17"/>
                </a:cubicBezTo>
                <a:cubicBezTo>
                  <a:pt x="475" y="17"/>
                  <a:pt x="476" y="18"/>
                  <a:pt x="477" y="21"/>
                </a:cubicBezTo>
                <a:cubicBezTo>
                  <a:pt x="478" y="24"/>
                  <a:pt x="478" y="26"/>
                  <a:pt x="478" y="27"/>
                </a:cubicBezTo>
                <a:cubicBezTo>
                  <a:pt x="478" y="52"/>
                  <a:pt x="459" y="65"/>
                  <a:pt x="420" y="65"/>
                </a:cubicBezTo>
                <a:cubicBezTo>
                  <a:pt x="416" y="65"/>
                  <a:pt x="411" y="65"/>
                  <a:pt x="406" y="65"/>
                </a:cubicBezTo>
                <a:cubicBezTo>
                  <a:pt x="400" y="65"/>
                  <a:pt x="396" y="65"/>
                  <a:pt x="392" y="64"/>
                </a:cubicBezTo>
                <a:lnTo>
                  <a:pt x="339" y="64"/>
                </a:lnTo>
                <a:lnTo>
                  <a:pt x="344" y="73"/>
                </a:lnTo>
                <a:cubicBezTo>
                  <a:pt x="354" y="96"/>
                  <a:pt x="360" y="121"/>
                  <a:pt x="360" y="148"/>
                </a:cubicBezTo>
                <a:cubicBezTo>
                  <a:pt x="360" y="214"/>
                  <a:pt x="336" y="270"/>
                  <a:pt x="289" y="318"/>
                </a:cubicBezTo>
                <a:cubicBezTo>
                  <a:pt x="242" y="366"/>
                  <a:pt x="191" y="391"/>
                  <a:pt x="135" y="391"/>
                </a:cubicBezTo>
                <a:moveTo>
                  <a:pt x="291" y="135"/>
                </a:moveTo>
                <a:cubicBezTo>
                  <a:pt x="291" y="88"/>
                  <a:pt x="266" y="64"/>
                  <a:pt x="216" y="64"/>
                </a:cubicBezTo>
                <a:cubicBezTo>
                  <a:pt x="143" y="64"/>
                  <a:pt x="96" y="116"/>
                  <a:pt x="74" y="219"/>
                </a:cubicBezTo>
                <a:cubicBezTo>
                  <a:pt x="74" y="221"/>
                  <a:pt x="73" y="223"/>
                  <a:pt x="73" y="224"/>
                </a:cubicBezTo>
                <a:cubicBezTo>
                  <a:pt x="69" y="246"/>
                  <a:pt x="66" y="264"/>
                  <a:pt x="66" y="278"/>
                </a:cubicBezTo>
                <a:cubicBezTo>
                  <a:pt x="66" y="307"/>
                  <a:pt x="74" y="328"/>
                  <a:pt x="88" y="339"/>
                </a:cubicBezTo>
                <a:cubicBezTo>
                  <a:pt x="103" y="351"/>
                  <a:pt x="120" y="357"/>
                  <a:pt x="138" y="358"/>
                </a:cubicBezTo>
                <a:cubicBezTo>
                  <a:pt x="170" y="358"/>
                  <a:pt x="199" y="344"/>
                  <a:pt x="226" y="317"/>
                </a:cubicBezTo>
                <a:cubicBezTo>
                  <a:pt x="243" y="299"/>
                  <a:pt x="257" y="275"/>
                  <a:pt x="267" y="246"/>
                </a:cubicBezTo>
                <a:cubicBezTo>
                  <a:pt x="278" y="217"/>
                  <a:pt x="284" y="193"/>
                  <a:pt x="286" y="176"/>
                </a:cubicBezTo>
                <a:cubicBezTo>
                  <a:pt x="289" y="157"/>
                  <a:pt x="290" y="144"/>
                  <a:pt x="291" y="13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3" name=""/>
          <p:cNvSpPr/>
          <p:nvPr/>
        </p:nvSpPr>
        <p:spPr>
          <a:xfrm>
            <a:off x="2106360" y="3390120"/>
            <a:ext cx="211680" cy="74880"/>
          </a:xfrm>
          <a:custGeom>
            <a:avLst/>
            <a:gdLst/>
            <a:ahLst/>
            <a:rect l="0" t="0" r="r" b="b"/>
            <a:pathLst>
              <a:path w="588" h="208">
                <a:moveTo>
                  <a:pt x="0" y="18"/>
                </a:moveTo>
                <a:cubicBezTo>
                  <a:pt x="0" y="10"/>
                  <a:pt x="4" y="5"/>
                  <a:pt x="12" y="0"/>
                </a:cubicBezTo>
                <a:lnTo>
                  <a:pt x="574" y="0"/>
                </a:lnTo>
                <a:cubicBezTo>
                  <a:pt x="583" y="5"/>
                  <a:pt x="588" y="11"/>
                  <a:pt x="588" y="18"/>
                </a:cubicBezTo>
                <a:cubicBezTo>
                  <a:pt x="588" y="25"/>
                  <a:pt x="584" y="30"/>
                  <a:pt x="575" y="35"/>
                </a:cubicBezTo>
                <a:lnTo>
                  <a:pt x="294" y="36"/>
                </a:lnTo>
                <a:lnTo>
                  <a:pt x="14" y="36"/>
                </a:lnTo>
                <a:cubicBezTo>
                  <a:pt x="5" y="33"/>
                  <a:pt x="0" y="27"/>
                  <a:pt x="0" y="18"/>
                </a:cubicBezTo>
                <a:moveTo>
                  <a:pt x="0" y="190"/>
                </a:moveTo>
                <a:cubicBezTo>
                  <a:pt x="0" y="181"/>
                  <a:pt x="5" y="175"/>
                  <a:pt x="14" y="172"/>
                </a:cubicBezTo>
                <a:lnTo>
                  <a:pt x="575" y="172"/>
                </a:lnTo>
                <a:cubicBezTo>
                  <a:pt x="584" y="178"/>
                  <a:pt x="588" y="184"/>
                  <a:pt x="588" y="190"/>
                </a:cubicBezTo>
                <a:cubicBezTo>
                  <a:pt x="588" y="198"/>
                  <a:pt x="583" y="204"/>
                  <a:pt x="574" y="208"/>
                </a:cubicBezTo>
                <a:lnTo>
                  <a:pt x="12" y="208"/>
                </a:lnTo>
                <a:cubicBezTo>
                  <a:pt x="4" y="204"/>
                  <a:pt x="0" y="198"/>
                  <a:pt x="0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4" name=""/>
          <p:cNvSpPr/>
          <p:nvPr/>
        </p:nvSpPr>
        <p:spPr>
          <a:xfrm>
            <a:off x="2449800" y="3295440"/>
            <a:ext cx="109440" cy="211680"/>
          </a:xfrm>
          <a:custGeom>
            <a:avLst/>
            <a:gdLst/>
            <a:ahLst/>
            <a:rect l="0" t="0" r="r" b="b"/>
            <a:pathLst>
              <a:path w="304" h="588">
                <a:moveTo>
                  <a:pt x="115" y="78"/>
                </a:moveTo>
                <a:lnTo>
                  <a:pt x="104" y="82"/>
                </a:lnTo>
                <a:cubicBezTo>
                  <a:pt x="96" y="85"/>
                  <a:pt x="84" y="88"/>
                  <a:pt x="69" y="91"/>
                </a:cubicBezTo>
                <a:cubicBezTo>
                  <a:pt x="53" y="94"/>
                  <a:pt x="36" y="96"/>
                  <a:pt x="18" y="97"/>
                </a:cubicBezTo>
                <a:lnTo>
                  <a:pt x="0" y="97"/>
                </a:lnTo>
                <a:lnTo>
                  <a:pt x="0" y="56"/>
                </a:lnTo>
                <a:lnTo>
                  <a:pt x="18" y="56"/>
                </a:lnTo>
                <a:cubicBezTo>
                  <a:pt x="45" y="55"/>
                  <a:pt x="71" y="51"/>
                  <a:pt x="94" y="43"/>
                </a:cubicBezTo>
                <a:cubicBezTo>
                  <a:pt x="118" y="36"/>
                  <a:pt x="134" y="29"/>
                  <a:pt x="144" y="22"/>
                </a:cubicBezTo>
                <a:cubicBezTo>
                  <a:pt x="153" y="16"/>
                  <a:pt x="161" y="9"/>
                  <a:pt x="168" y="3"/>
                </a:cubicBezTo>
                <a:cubicBezTo>
                  <a:pt x="169" y="1"/>
                  <a:pt x="173" y="0"/>
                  <a:pt x="179" y="0"/>
                </a:cubicBezTo>
                <a:cubicBezTo>
                  <a:pt x="184" y="0"/>
                  <a:pt x="189" y="2"/>
                  <a:pt x="194" y="5"/>
                </a:cubicBezTo>
                <a:lnTo>
                  <a:pt x="194" y="269"/>
                </a:lnTo>
                <a:lnTo>
                  <a:pt x="195" y="534"/>
                </a:lnTo>
                <a:cubicBezTo>
                  <a:pt x="199" y="538"/>
                  <a:pt x="202" y="541"/>
                  <a:pt x="205" y="542"/>
                </a:cubicBezTo>
                <a:cubicBezTo>
                  <a:pt x="208" y="543"/>
                  <a:pt x="215" y="544"/>
                  <a:pt x="226" y="546"/>
                </a:cubicBezTo>
                <a:cubicBezTo>
                  <a:pt x="238" y="547"/>
                  <a:pt x="256" y="547"/>
                  <a:pt x="281" y="547"/>
                </a:cubicBezTo>
                <a:lnTo>
                  <a:pt x="304" y="547"/>
                </a:lnTo>
                <a:lnTo>
                  <a:pt x="304" y="588"/>
                </a:lnTo>
                <a:lnTo>
                  <a:pt x="294" y="588"/>
                </a:lnTo>
                <a:cubicBezTo>
                  <a:pt x="282" y="586"/>
                  <a:pt x="235" y="585"/>
                  <a:pt x="154" y="585"/>
                </a:cubicBezTo>
                <a:cubicBezTo>
                  <a:pt x="74" y="585"/>
                  <a:pt x="28" y="586"/>
                  <a:pt x="16" y="588"/>
                </a:cubicBezTo>
                <a:lnTo>
                  <a:pt x="4" y="588"/>
                </a:lnTo>
                <a:lnTo>
                  <a:pt x="4" y="547"/>
                </a:lnTo>
                <a:lnTo>
                  <a:pt x="28" y="547"/>
                </a:lnTo>
                <a:cubicBezTo>
                  <a:pt x="41" y="547"/>
                  <a:pt x="52" y="547"/>
                  <a:pt x="62" y="547"/>
                </a:cubicBezTo>
                <a:cubicBezTo>
                  <a:pt x="71" y="547"/>
                  <a:pt x="78" y="547"/>
                  <a:pt x="84" y="546"/>
                </a:cubicBezTo>
                <a:cubicBezTo>
                  <a:pt x="89" y="546"/>
                  <a:pt x="94" y="545"/>
                  <a:pt x="98" y="544"/>
                </a:cubicBezTo>
                <a:cubicBezTo>
                  <a:pt x="102" y="543"/>
                  <a:pt x="104" y="542"/>
                  <a:pt x="105" y="542"/>
                </a:cubicBezTo>
                <a:cubicBezTo>
                  <a:pt x="105" y="542"/>
                  <a:pt x="107" y="541"/>
                  <a:pt x="110" y="538"/>
                </a:cubicBezTo>
                <a:cubicBezTo>
                  <a:pt x="113" y="535"/>
                  <a:pt x="115" y="533"/>
                  <a:pt x="115" y="534"/>
                </a:cubicBezTo>
                <a:lnTo>
                  <a:pt x="115" y="7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5" name=""/>
          <p:cNvSpPr/>
          <p:nvPr/>
        </p:nvSpPr>
        <p:spPr>
          <a:xfrm>
            <a:off x="2606760" y="3468600"/>
            <a:ext cx="38880" cy="38520"/>
          </a:xfrm>
          <a:custGeom>
            <a:avLst/>
            <a:gdLst/>
            <a:ahLst/>
            <a:rect l="0" t="0" r="r" b="b"/>
            <a:pathLst>
              <a:path w="108" h="107">
                <a:moveTo>
                  <a:pt x="0" y="53"/>
                </a:moveTo>
                <a:cubicBezTo>
                  <a:pt x="0" y="39"/>
                  <a:pt x="5" y="27"/>
                  <a:pt x="15" y="16"/>
                </a:cubicBezTo>
                <a:cubicBezTo>
                  <a:pt x="26" y="5"/>
                  <a:pt x="39" y="0"/>
                  <a:pt x="54" y="0"/>
                </a:cubicBezTo>
                <a:cubicBezTo>
                  <a:pt x="68" y="0"/>
                  <a:pt x="80" y="5"/>
                  <a:pt x="91" y="14"/>
                </a:cubicBezTo>
                <a:cubicBezTo>
                  <a:pt x="101" y="24"/>
                  <a:pt x="107" y="36"/>
                  <a:pt x="108" y="52"/>
                </a:cubicBezTo>
                <a:cubicBezTo>
                  <a:pt x="108" y="67"/>
                  <a:pt x="103" y="80"/>
                  <a:pt x="93" y="91"/>
                </a:cubicBezTo>
                <a:cubicBezTo>
                  <a:pt x="83" y="102"/>
                  <a:pt x="70" y="107"/>
                  <a:pt x="55" y="107"/>
                </a:cubicBezTo>
                <a:cubicBezTo>
                  <a:pt x="39" y="107"/>
                  <a:pt x="27" y="102"/>
                  <a:pt x="16" y="92"/>
                </a:cubicBezTo>
                <a:cubicBezTo>
                  <a:pt x="6" y="82"/>
                  <a:pt x="1" y="68"/>
                  <a:pt x="0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6" name=""/>
          <p:cNvSpPr/>
          <p:nvPr/>
        </p:nvSpPr>
        <p:spPr>
          <a:xfrm>
            <a:off x="2682720" y="3295440"/>
            <a:ext cx="133560" cy="218520"/>
          </a:xfrm>
          <a:custGeom>
            <a:avLst/>
            <a:gdLst/>
            <a:ahLst/>
            <a:rect l="0" t="0" r="r" b="b"/>
            <a:pathLst>
              <a:path w="371" h="607">
                <a:moveTo>
                  <a:pt x="50" y="71"/>
                </a:moveTo>
                <a:cubicBezTo>
                  <a:pt x="83" y="24"/>
                  <a:pt x="128" y="0"/>
                  <a:pt x="186" y="0"/>
                </a:cubicBezTo>
                <a:cubicBezTo>
                  <a:pt x="214" y="0"/>
                  <a:pt x="242" y="8"/>
                  <a:pt x="270" y="23"/>
                </a:cubicBezTo>
                <a:cubicBezTo>
                  <a:pt x="298" y="38"/>
                  <a:pt x="321" y="65"/>
                  <a:pt x="339" y="104"/>
                </a:cubicBezTo>
                <a:cubicBezTo>
                  <a:pt x="361" y="153"/>
                  <a:pt x="371" y="220"/>
                  <a:pt x="371" y="306"/>
                </a:cubicBezTo>
                <a:cubicBezTo>
                  <a:pt x="371" y="397"/>
                  <a:pt x="359" y="467"/>
                  <a:pt x="334" y="515"/>
                </a:cubicBezTo>
                <a:cubicBezTo>
                  <a:pt x="322" y="539"/>
                  <a:pt x="306" y="559"/>
                  <a:pt x="285" y="574"/>
                </a:cubicBezTo>
                <a:cubicBezTo>
                  <a:pt x="265" y="588"/>
                  <a:pt x="247" y="598"/>
                  <a:pt x="231" y="601"/>
                </a:cubicBezTo>
                <a:cubicBezTo>
                  <a:pt x="216" y="605"/>
                  <a:pt x="201" y="607"/>
                  <a:pt x="186" y="607"/>
                </a:cubicBezTo>
                <a:cubicBezTo>
                  <a:pt x="171" y="607"/>
                  <a:pt x="156" y="605"/>
                  <a:pt x="141" y="602"/>
                </a:cubicBezTo>
                <a:cubicBezTo>
                  <a:pt x="124" y="598"/>
                  <a:pt x="106" y="589"/>
                  <a:pt x="86" y="574"/>
                </a:cubicBezTo>
                <a:cubicBezTo>
                  <a:pt x="65" y="558"/>
                  <a:pt x="49" y="539"/>
                  <a:pt x="37" y="515"/>
                </a:cubicBezTo>
                <a:cubicBezTo>
                  <a:pt x="12" y="467"/>
                  <a:pt x="0" y="397"/>
                  <a:pt x="0" y="306"/>
                </a:cubicBezTo>
                <a:cubicBezTo>
                  <a:pt x="0" y="203"/>
                  <a:pt x="16" y="125"/>
                  <a:pt x="50" y="71"/>
                </a:cubicBezTo>
                <a:moveTo>
                  <a:pt x="249" y="61"/>
                </a:moveTo>
                <a:cubicBezTo>
                  <a:pt x="231" y="42"/>
                  <a:pt x="210" y="33"/>
                  <a:pt x="186" y="33"/>
                </a:cubicBezTo>
                <a:cubicBezTo>
                  <a:pt x="162" y="33"/>
                  <a:pt x="141" y="42"/>
                  <a:pt x="122" y="61"/>
                </a:cubicBezTo>
                <a:cubicBezTo>
                  <a:pt x="107" y="76"/>
                  <a:pt x="98" y="97"/>
                  <a:pt x="93" y="124"/>
                </a:cubicBezTo>
                <a:cubicBezTo>
                  <a:pt x="88" y="151"/>
                  <a:pt x="86" y="208"/>
                  <a:pt x="86" y="294"/>
                </a:cubicBezTo>
                <a:cubicBezTo>
                  <a:pt x="86" y="387"/>
                  <a:pt x="88" y="448"/>
                  <a:pt x="93" y="478"/>
                </a:cubicBezTo>
                <a:cubicBezTo>
                  <a:pt x="98" y="507"/>
                  <a:pt x="108" y="530"/>
                  <a:pt x="125" y="547"/>
                </a:cubicBezTo>
                <a:cubicBezTo>
                  <a:pt x="142" y="565"/>
                  <a:pt x="162" y="574"/>
                  <a:pt x="186" y="574"/>
                </a:cubicBezTo>
                <a:cubicBezTo>
                  <a:pt x="210" y="574"/>
                  <a:pt x="230" y="565"/>
                  <a:pt x="246" y="547"/>
                </a:cubicBezTo>
                <a:cubicBezTo>
                  <a:pt x="263" y="530"/>
                  <a:pt x="274" y="505"/>
                  <a:pt x="278" y="473"/>
                </a:cubicBezTo>
                <a:cubicBezTo>
                  <a:pt x="282" y="442"/>
                  <a:pt x="284" y="382"/>
                  <a:pt x="285" y="294"/>
                </a:cubicBezTo>
                <a:cubicBezTo>
                  <a:pt x="285" y="208"/>
                  <a:pt x="283" y="152"/>
                  <a:pt x="278" y="125"/>
                </a:cubicBezTo>
                <a:cubicBezTo>
                  <a:pt x="273" y="98"/>
                  <a:pt x="264" y="77"/>
                  <a:pt x="249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705320" y="320976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" name=""/>
          <p:cNvSpPr/>
          <p:nvPr/>
        </p:nvSpPr>
        <p:spPr>
          <a:xfrm>
            <a:off x="1066680" y="3943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825280" y="3209760"/>
            <a:ext cx="220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（無次元単位系）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0" name=""/>
          <p:cNvSpPr/>
          <p:nvPr/>
        </p:nvSpPr>
        <p:spPr>
          <a:xfrm>
            <a:off x="1066680" y="4429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4" y="179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4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300320" y="3771720"/>
            <a:ext cx="76032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境界条件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2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次元周期境界条件（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Minimum Image Convention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" name=""/>
          <p:cNvSpPr/>
          <p:nvPr/>
        </p:nvSpPr>
        <p:spPr>
          <a:xfrm>
            <a:off x="8432280" y="434340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0" y="71"/>
                </a:moveTo>
                <a:cubicBezTo>
                  <a:pt x="83" y="23"/>
                  <a:pt x="128" y="0"/>
                  <a:pt x="186" y="0"/>
                </a:cubicBezTo>
                <a:cubicBezTo>
                  <a:pt x="214" y="0"/>
                  <a:pt x="243" y="7"/>
                  <a:pt x="271" y="22"/>
                </a:cubicBezTo>
                <a:cubicBezTo>
                  <a:pt x="299" y="38"/>
                  <a:pt x="322" y="65"/>
                  <a:pt x="339" y="104"/>
                </a:cubicBezTo>
                <a:cubicBezTo>
                  <a:pt x="361" y="152"/>
                  <a:pt x="372" y="219"/>
                  <a:pt x="372" y="304"/>
                </a:cubicBezTo>
                <a:cubicBezTo>
                  <a:pt x="372" y="397"/>
                  <a:pt x="359" y="466"/>
                  <a:pt x="334" y="514"/>
                </a:cubicBezTo>
                <a:cubicBezTo>
                  <a:pt x="322" y="539"/>
                  <a:pt x="306" y="559"/>
                  <a:pt x="286" y="573"/>
                </a:cubicBezTo>
                <a:cubicBezTo>
                  <a:pt x="265" y="588"/>
                  <a:pt x="247" y="597"/>
                  <a:pt x="232" y="601"/>
                </a:cubicBezTo>
                <a:cubicBezTo>
                  <a:pt x="217" y="604"/>
                  <a:pt x="202" y="606"/>
                  <a:pt x="187" y="607"/>
                </a:cubicBezTo>
                <a:cubicBezTo>
                  <a:pt x="172" y="607"/>
                  <a:pt x="156" y="605"/>
                  <a:pt x="141" y="602"/>
                </a:cubicBezTo>
                <a:cubicBezTo>
                  <a:pt x="125" y="598"/>
                  <a:pt x="107" y="589"/>
                  <a:pt x="86" y="573"/>
                </a:cubicBezTo>
                <a:cubicBezTo>
                  <a:pt x="66" y="558"/>
                  <a:pt x="50" y="538"/>
                  <a:pt x="38" y="514"/>
                </a:cubicBezTo>
                <a:cubicBezTo>
                  <a:pt x="13" y="466"/>
                  <a:pt x="0" y="397"/>
                  <a:pt x="0" y="304"/>
                </a:cubicBezTo>
                <a:cubicBezTo>
                  <a:pt x="0" y="202"/>
                  <a:pt x="17" y="124"/>
                  <a:pt x="50" y="71"/>
                </a:cubicBezTo>
                <a:moveTo>
                  <a:pt x="250" y="60"/>
                </a:moveTo>
                <a:cubicBezTo>
                  <a:pt x="232" y="42"/>
                  <a:pt x="211" y="32"/>
                  <a:pt x="187" y="32"/>
                </a:cubicBezTo>
                <a:cubicBezTo>
                  <a:pt x="162" y="32"/>
                  <a:pt x="141" y="42"/>
                  <a:pt x="123" y="60"/>
                </a:cubicBezTo>
                <a:cubicBezTo>
                  <a:pt x="108" y="76"/>
                  <a:pt x="98" y="97"/>
                  <a:pt x="93" y="124"/>
                </a:cubicBezTo>
                <a:cubicBezTo>
                  <a:pt x="89" y="151"/>
                  <a:pt x="86" y="207"/>
                  <a:pt x="86" y="293"/>
                </a:cubicBezTo>
                <a:cubicBezTo>
                  <a:pt x="86" y="387"/>
                  <a:pt x="89" y="448"/>
                  <a:pt x="93" y="477"/>
                </a:cubicBezTo>
                <a:cubicBezTo>
                  <a:pt x="98" y="507"/>
                  <a:pt x="109" y="530"/>
                  <a:pt x="125" y="547"/>
                </a:cubicBezTo>
                <a:cubicBezTo>
                  <a:pt x="143" y="565"/>
                  <a:pt x="163" y="573"/>
                  <a:pt x="187" y="573"/>
                </a:cubicBezTo>
                <a:cubicBezTo>
                  <a:pt x="211" y="573"/>
                  <a:pt x="230" y="565"/>
                  <a:pt x="247" y="547"/>
                </a:cubicBezTo>
                <a:cubicBezTo>
                  <a:pt x="264" y="529"/>
                  <a:pt x="275" y="505"/>
                  <a:pt x="279" y="473"/>
                </a:cubicBezTo>
                <a:cubicBezTo>
                  <a:pt x="283" y="441"/>
                  <a:pt x="285" y="382"/>
                  <a:pt x="286" y="293"/>
                </a:cubicBezTo>
                <a:cubicBezTo>
                  <a:pt x="286" y="208"/>
                  <a:pt x="283" y="152"/>
                  <a:pt x="279" y="125"/>
                </a:cubicBezTo>
                <a:cubicBezTo>
                  <a:pt x="274" y="98"/>
                  <a:pt x="264" y="76"/>
                  <a:pt x="250" y="6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3" name=""/>
          <p:cNvSpPr/>
          <p:nvPr/>
        </p:nvSpPr>
        <p:spPr>
          <a:xfrm>
            <a:off x="8603280" y="4516560"/>
            <a:ext cx="38880" cy="38520"/>
          </a:xfrm>
          <a:custGeom>
            <a:avLst/>
            <a:gdLst/>
            <a:ahLst/>
            <a:rect l="0" t="0" r="r" b="b"/>
            <a:pathLst>
              <a:path w="108" h="107">
                <a:moveTo>
                  <a:pt x="0" y="54"/>
                </a:moveTo>
                <a:cubicBezTo>
                  <a:pt x="0" y="40"/>
                  <a:pt x="6" y="27"/>
                  <a:pt x="16" y="17"/>
                </a:cubicBezTo>
                <a:cubicBezTo>
                  <a:pt x="26" y="6"/>
                  <a:pt x="39" y="0"/>
                  <a:pt x="54" y="0"/>
                </a:cubicBezTo>
                <a:cubicBezTo>
                  <a:pt x="68" y="0"/>
                  <a:pt x="80" y="5"/>
                  <a:pt x="91" y="15"/>
                </a:cubicBezTo>
                <a:cubicBezTo>
                  <a:pt x="102" y="24"/>
                  <a:pt x="107" y="37"/>
                  <a:pt x="108" y="53"/>
                </a:cubicBezTo>
                <a:cubicBezTo>
                  <a:pt x="108" y="67"/>
                  <a:pt x="103" y="80"/>
                  <a:pt x="93" y="91"/>
                </a:cubicBezTo>
                <a:cubicBezTo>
                  <a:pt x="83" y="101"/>
                  <a:pt x="70" y="107"/>
                  <a:pt x="55" y="107"/>
                </a:cubicBezTo>
                <a:cubicBezTo>
                  <a:pt x="40" y="107"/>
                  <a:pt x="27" y="102"/>
                  <a:pt x="17" y="92"/>
                </a:cubicBezTo>
                <a:cubicBezTo>
                  <a:pt x="7" y="82"/>
                  <a:pt x="1" y="69"/>
                  <a:pt x="0" y="5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4" name=""/>
          <p:cNvSpPr/>
          <p:nvPr/>
        </p:nvSpPr>
        <p:spPr>
          <a:xfrm>
            <a:off x="8679960" y="4343400"/>
            <a:ext cx="131760" cy="218520"/>
          </a:xfrm>
          <a:custGeom>
            <a:avLst/>
            <a:gdLst/>
            <a:ahLst/>
            <a:rect l="0" t="0" r="r" b="b"/>
            <a:pathLst>
              <a:path w="366" h="607">
                <a:moveTo>
                  <a:pt x="275" y="334"/>
                </a:moveTo>
                <a:cubicBezTo>
                  <a:pt x="246" y="379"/>
                  <a:pt x="211" y="402"/>
                  <a:pt x="169" y="402"/>
                </a:cubicBezTo>
                <a:cubicBezTo>
                  <a:pt x="123" y="402"/>
                  <a:pt x="84" y="384"/>
                  <a:pt x="55" y="349"/>
                </a:cubicBezTo>
                <a:cubicBezTo>
                  <a:pt x="26" y="314"/>
                  <a:pt x="8" y="277"/>
                  <a:pt x="2" y="238"/>
                </a:cubicBezTo>
                <a:cubicBezTo>
                  <a:pt x="1" y="228"/>
                  <a:pt x="0" y="216"/>
                  <a:pt x="0" y="202"/>
                </a:cubicBezTo>
                <a:lnTo>
                  <a:pt x="0" y="195"/>
                </a:lnTo>
                <a:cubicBezTo>
                  <a:pt x="0" y="141"/>
                  <a:pt x="21" y="93"/>
                  <a:pt x="61" y="52"/>
                </a:cubicBezTo>
                <a:cubicBezTo>
                  <a:pt x="97" y="17"/>
                  <a:pt x="136" y="0"/>
                  <a:pt x="179" y="0"/>
                </a:cubicBezTo>
                <a:cubicBezTo>
                  <a:pt x="180" y="0"/>
                  <a:pt x="181" y="0"/>
                  <a:pt x="184" y="0"/>
                </a:cubicBezTo>
                <a:cubicBezTo>
                  <a:pt x="186" y="0"/>
                  <a:pt x="189" y="0"/>
                  <a:pt x="191" y="0"/>
                </a:cubicBezTo>
                <a:lnTo>
                  <a:pt x="194" y="0"/>
                </a:lnTo>
                <a:cubicBezTo>
                  <a:pt x="201" y="0"/>
                  <a:pt x="209" y="1"/>
                  <a:pt x="216" y="2"/>
                </a:cubicBezTo>
                <a:cubicBezTo>
                  <a:pt x="224" y="3"/>
                  <a:pt x="235" y="7"/>
                  <a:pt x="249" y="13"/>
                </a:cubicBezTo>
                <a:cubicBezTo>
                  <a:pt x="263" y="19"/>
                  <a:pt x="277" y="28"/>
                  <a:pt x="290" y="41"/>
                </a:cubicBezTo>
                <a:cubicBezTo>
                  <a:pt x="304" y="54"/>
                  <a:pt x="317" y="71"/>
                  <a:pt x="328" y="93"/>
                </a:cubicBezTo>
                <a:cubicBezTo>
                  <a:pt x="354" y="145"/>
                  <a:pt x="366" y="211"/>
                  <a:pt x="366" y="292"/>
                </a:cubicBezTo>
                <a:cubicBezTo>
                  <a:pt x="366" y="375"/>
                  <a:pt x="349" y="445"/>
                  <a:pt x="313" y="502"/>
                </a:cubicBezTo>
                <a:cubicBezTo>
                  <a:pt x="293" y="535"/>
                  <a:pt x="268" y="561"/>
                  <a:pt x="239" y="579"/>
                </a:cubicBezTo>
                <a:cubicBezTo>
                  <a:pt x="211" y="597"/>
                  <a:pt x="180" y="606"/>
                  <a:pt x="148" y="607"/>
                </a:cubicBezTo>
                <a:cubicBezTo>
                  <a:pt x="112" y="607"/>
                  <a:pt x="81" y="598"/>
                  <a:pt x="59" y="581"/>
                </a:cubicBezTo>
                <a:cubicBezTo>
                  <a:pt x="36" y="564"/>
                  <a:pt x="24" y="539"/>
                  <a:pt x="23" y="506"/>
                </a:cubicBezTo>
                <a:cubicBezTo>
                  <a:pt x="23" y="472"/>
                  <a:pt x="38" y="456"/>
                  <a:pt x="70" y="456"/>
                </a:cubicBezTo>
                <a:cubicBezTo>
                  <a:pt x="83" y="456"/>
                  <a:pt x="94" y="460"/>
                  <a:pt x="104" y="469"/>
                </a:cubicBezTo>
                <a:cubicBezTo>
                  <a:pt x="112" y="477"/>
                  <a:pt x="117" y="488"/>
                  <a:pt x="117" y="503"/>
                </a:cubicBezTo>
                <a:cubicBezTo>
                  <a:pt x="117" y="514"/>
                  <a:pt x="114" y="523"/>
                  <a:pt x="109" y="530"/>
                </a:cubicBezTo>
                <a:cubicBezTo>
                  <a:pt x="104" y="538"/>
                  <a:pt x="99" y="543"/>
                  <a:pt x="94" y="544"/>
                </a:cubicBezTo>
                <a:cubicBezTo>
                  <a:pt x="90" y="546"/>
                  <a:pt x="86" y="548"/>
                  <a:pt x="82" y="549"/>
                </a:cubicBezTo>
                <a:lnTo>
                  <a:pt x="79" y="550"/>
                </a:lnTo>
                <a:cubicBezTo>
                  <a:pt x="79" y="551"/>
                  <a:pt x="81" y="553"/>
                  <a:pt x="85" y="555"/>
                </a:cubicBezTo>
                <a:cubicBezTo>
                  <a:pt x="89" y="557"/>
                  <a:pt x="98" y="560"/>
                  <a:pt x="109" y="564"/>
                </a:cubicBezTo>
                <a:cubicBezTo>
                  <a:pt x="120" y="567"/>
                  <a:pt x="132" y="569"/>
                  <a:pt x="146" y="568"/>
                </a:cubicBezTo>
                <a:lnTo>
                  <a:pt x="151" y="568"/>
                </a:lnTo>
                <a:cubicBezTo>
                  <a:pt x="186" y="568"/>
                  <a:pt x="216" y="549"/>
                  <a:pt x="240" y="512"/>
                </a:cubicBezTo>
                <a:cubicBezTo>
                  <a:pt x="263" y="479"/>
                  <a:pt x="275" y="422"/>
                  <a:pt x="275" y="340"/>
                </a:cubicBezTo>
                <a:lnTo>
                  <a:pt x="275" y="334"/>
                </a:lnTo>
                <a:moveTo>
                  <a:pt x="179" y="369"/>
                </a:moveTo>
                <a:cubicBezTo>
                  <a:pt x="208" y="369"/>
                  <a:pt x="230" y="354"/>
                  <a:pt x="247" y="325"/>
                </a:cubicBezTo>
                <a:cubicBezTo>
                  <a:pt x="264" y="296"/>
                  <a:pt x="273" y="257"/>
                  <a:pt x="274" y="208"/>
                </a:cubicBezTo>
                <a:cubicBezTo>
                  <a:pt x="274" y="162"/>
                  <a:pt x="271" y="129"/>
                  <a:pt x="267" y="109"/>
                </a:cubicBezTo>
                <a:cubicBezTo>
                  <a:pt x="266" y="103"/>
                  <a:pt x="264" y="97"/>
                  <a:pt x="261" y="91"/>
                </a:cubicBezTo>
                <a:cubicBezTo>
                  <a:pt x="259" y="85"/>
                  <a:pt x="255" y="78"/>
                  <a:pt x="249" y="68"/>
                </a:cubicBezTo>
                <a:cubicBezTo>
                  <a:pt x="243" y="59"/>
                  <a:pt x="234" y="51"/>
                  <a:pt x="223" y="44"/>
                </a:cubicBezTo>
                <a:cubicBezTo>
                  <a:pt x="211" y="38"/>
                  <a:pt x="197" y="35"/>
                  <a:pt x="181" y="36"/>
                </a:cubicBezTo>
                <a:cubicBezTo>
                  <a:pt x="159" y="36"/>
                  <a:pt x="140" y="44"/>
                  <a:pt x="124" y="59"/>
                </a:cubicBezTo>
                <a:cubicBezTo>
                  <a:pt x="112" y="72"/>
                  <a:pt x="104" y="88"/>
                  <a:pt x="100" y="105"/>
                </a:cubicBezTo>
                <a:cubicBezTo>
                  <a:pt x="97" y="123"/>
                  <a:pt x="94" y="154"/>
                  <a:pt x="93" y="198"/>
                </a:cubicBezTo>
                <a:cubicBezTo>
                  <a:pt x="93" y="247"/>
                  <a:pt x="94" y="280"/>
                  <a:pt x="98" y="297"/>
                </a:cubicBezTo>
                <a:cubicBezTo>
                  <a:pt x="101" y="314"/>
                  <a:pt x="107" y="327"/>
                  <a:pt x="116" y="338"/>
                </a:cubicBezTo>
                <a:cubicBezTo>
                  <a:pt x="131" y="359"/>
                  <a:pt x="152" y="369"/>
                  <a:pt x="179" y="36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5" name=""/>
          <p:cNvSpPr/>
          <p:nvPr/>
        </p:nvSpPr>
        <p:spPr>
          <a:xfrm>
            <a:off x="8835120" y="4417920"/>
            <a:ext cx="172440" cy="140400"/>
          </a:xfrm>
          <a:custGeom>
            <a:avLst/>
            <a:gdLst/>
            <a:ahLst/>
            <a:rect l="0" t="0" r="r" b="b"/>
            <a:pathLst>
              <a:path w="479" h="390">
                <a:moveTo>
                  <a:pt x="136" y="390"/>
                </a:moveTo>
                <a:cubicBezTo>
                  <a:pt x="96" y="390"/>
                  <a:pt x="64" y="377"/>
                  <a:pt x="39" y="350"/>
                </a:cubicBezTo>
                <a:cubicBezTo>
                  <a:pt x="14" y="323"/>
                  <a:pt x="1" y="290"/>
                  <a:pt x="0" y="250"/>
                </a:cubicBezTo>
                <a:cubicBezTo>
                  <a:pt x="0" y="191"/>
                  <a:pt x="22" y="137"/>
                  <a:pt x="66" y="86"/>
                </a:cubicBezTo>
                <a:cubicBezTo>
                  <a:pt x="109" y="36"/>
                  <a:pt x="159" y="7"/>
                  <a:pt x="216" y="1"/>
                </a:cubicBezTo>
                <a:cubicBezTo>
                  <a:pt x="216" y="0"/>
                  <a:pt x="257" y="0"/>
                  <a:pt x="339" y="0"/>
                </a:cubicBezTo>
                <a:lnTo>
                  <a:pt x="461" y="0"/>
                </a:lnTo>
                <a:cubicBezTo>
                  <a:pt x="461" y="0"/>
                  <a:pt x="462" y="1"/>
                  <a:pt x="463" y="1"/>
                </a:cubicBezTo>
                <a:cubicBezTo>
                  <a:pt x="464" y="2"/>
                  <a:pt x="466" y="3"/>
                  <a:pt x="467" y="3"/>
                </a:cubicBezTo>
                <a:cubicBezTo>
                  <a:pt x="468" y="4"/>
                  <a:pt x="469" y="4"/>
                  <a:pt x="469" y="5"/>
                </a:cubicBezTo>
                <a:cubicBezTo>
                  <a:pt x="470" y="6"/>
                  <a:pt x="471" y="6"/>
                  <a:pt x="472" y="8"/>
                </a:cubicBezTo>
                <a:cubicBezTo>
                  <a:pt x="473" y="9"/>
                  <a:pt x="474" y="9"/>
                  <a:pt x="474" y="9"/>
                </a:cubicBezTo>
                <a:cubicBezTo>
                  <a:pt x="474" y="9"/>
                  <a:pt x="474" y="11"/>
                  <a:pt x="476" y="13"/>
                </a:cubicBezTo>
                <a:cubicBezTo>
                  <a:pt x="477" y="15"/>
                  <a:pt x="477" y="16"/>
                  <a:pt x="476" y="16"/>
                </a:cubicBezTo>
                <a:cubicBezTo>
                  <a:pt x="476" y="16"/>
                  <a:pt x="476" y="18"/>
                  <a:pt x="477" y="21"/>
                </a:cubicBezTo>
                <a:cubicBezTo>
                  <a:pt x="479" y="24"/>
                  <a:pt x="479" y="26"/>
                  <a:pt x="478" y="26"/>
                </a:cubicBezTo>
                <a:cubicBezTo>
                  <a:pt x="478" y="52"/>
                  <a:pt x="459" y="65"/>
                  <a:pt x="421" y="65"/>
                </a:cubicBezTo>
                <a:cubicBezTo>
                  <a:pt x="417" y="65"/>
                  <a:pt x="412" y="65"/>
                  <a:pt x="406" y="65"/>
                </a:cubicBezTo>
                <a:cubicBezTo>
                  <a:pt x="400" y="65"/>
                  <a:pt x="396" y="65"/>
                  <a:pt x="394" y="64"/>
                </a:cubicBezTo>
                <a:lnTo>
                  <a:pt x="341" y="64"/>
                </a:lnTo>
                <a:lnTo>
                  <a:pt x="345" y="73"/>
                </a:lnTo>
                <a:cubicBezTo>
                  <a:pt x="356" y="95"/>
                  <a:pt x="361" y="120"/>
                  <a:pt x="361" y="148"/>
                </a:cubicBezTo>
                <a:cubicBezTo>
                  <a:pt x="361" y="212"/>
                  <a:pt x="337" y="269"/>
                  <a:pt x="290" y="317"/>
                </a:cubicBezTo>
                <a:cubicBezTo>
                  <a:pt x="243" y="365"/>
                  <a:pt x="192" y="390"/>
                  <a:pt x="136" y="390"/>
                </a:cubicBezTo>
                <a:moveTo>
                  <a:pt x="292" y="135"/>
                </a:moveTo>
                <a:cubicBezTo>
                  <a:pt x="292" y="88"/>
                  <a:pt x="267" y="64"/>
                  <a:pt x="217" y="64"/>
                </a:cubicBezTo>
                <a:cubicBezTo>
                  <a:pt x="144" y="64"/>
                  <a:pt x="97" y="115"/>
                  <a:pt x="75" y="217"/>
                </a:cubicBezTo>
                <a:cubicBezTo>
                  <a:pt x="75" y="220"/>
                  <a:pt x="75" y="221"/>
                  <a:pt x="75" y="223"/>
                </a:cubicBezTo>
                <a:cubicBezTo>
                  <a:pt x="70" y="244"/>
                  <a:pt x="67" y="262"/>
                  <a:pt x="67" y="276"/>
                </a:cubicBezTo>
                <a:cubicBezTo>
                  <a:pt x="67" y="306"/>
                  <a:pt x="75" y="326"/>
                  <a:pt x="90" y="338"/>
                </a:cubicBezTo>
                <a:cubicBezTo>
                  <a:pt x="104" y="350"/>
                  <a:pt x="121" y="356"/>
                  <a:pt x="140" y="357"/>
                </a:cubicBezTo>
                <a:cubicBezTo>
                  <a:pt x="171" y="357"/>
                  <a:pt x="201" y="343"/>
                  <a:pt x="227" y="315"/>
                </a:cubicBezTo>
                <a:cubicBezTo>
                  <a:pt x="244" y="298"/>
                  <a:pt x="258" y="274"/>
                  <a:pt x="268" y="245"/>
                </a:cubicBezTo>
                <a:cubicBezTo>
                  <a:pt x="279" y="215"/>
                  <a:pt x="285" y="192"/>
                  <a:pt x="288" y="174"/>
                </a:cubicBezTo>
                <a:cubicBezTo>
                  <a:pt x="290" y="157"/>
                  <a:pt x="292" y="143"/>
                  <a:pt x="292" y="13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300320" y="4257720"/>
            <a:ext cx="72036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初期配置（現在）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ランダム配置。粒⼦間の最⼩距離（例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009000" y="4257720"/>
            <a:ext cx="220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）未満にならない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" name=""/>
          <p:cNvSpPr/>
          <p:nvPr/>
        </p:nvSpPr>
        <p:spPr>
          <a:xfrm>
            <a:off x="1066680" y="5324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300320" y="4676760"/>
            <a:ext cx="3586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ようにし、周期境界を考慮。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0" name=""/>
          <p:cNvSpPr/>
          <p:nvPr/>
        </p:nvSpPr>
        <p:spPr>
          <a:xfrm>
            <a:off x="3643560" y="5229000"/>
            <a:ext cx="235080" cy="227520"/>
          </a:xfrm>
          <a:custGeom>
            <a:avLst/>
            <a:gdLst/>
            <a:ahLst/>
            <a:rect l="0" t="0" r="r" b="b"/>
            <a:pathLst>
              <a:path w="653" h="632">
                <a:moveTo>
                  <a:pt x="5" y="632"/>
                </a:moveTo>
                <a:cubicBezTo>
                  <a:pt x="2" y="630"/>
                  <a:pt x="0" y="628"/>
                  <a:pt x="0" y="626"/>
                </a:cubicBezTo>
                <a:cubicBezTo>
                  <a:pt x="0" y="625"/>
                  <a:pt x="50" y="522"/>
                  <a:pt x="149" y="317"/>
                </a:cubicBezTo>
                <a:cubicBezTo>
                  <a:pt x="248" y="112"/>
                  <a:pt x="299" y="9"/>
                  <a:pt x="302" y="6"/>
                </a:cubicBezTo>
                <a:cubicBezTo>
                  <a:pt x="303" y="2"/>
                  <a:pt x="312" y="0"/>
                  <a:pt x="326" y="0"/>
                </a:cubicBezTo>
                <a:cubicBezTo>
                  <a:pt x="340" y="0"/>
                  <a:pt x="348" y="2"/>
                  <a:pt x="351" y="6"/>
                </a:cubicBezTo>
                <a:cubicBezTo>
                  <a:pt x="353" y="9"/>
                  <a:pt x="403" y="112"/>
                  <a:pt x="502" y="317"/>
                </a:cubicBezTo>
                <a:cubicBezTo>
                  <a:pt x="602" y="522"/>
                  <a:pt x="653" y="625"/>
                  <a:pt x="653" y="626"/>
                </a:cubicBezTo>
                <a:cubicBezTo>
                  <a:pt x="653" y="628"/>
                  <a:pt x="652" y="630"/>
                  <a:pt x="649" y="632"/>
                </a:cubicBezTo>
                <a:lnTo>
                  <a:pt x="5" y="632"/>
                </a:lnTo>
                <a:moveTo>
                  <a:pt x="406" y="329"/>
                </a:moveTo>
                <a:lnTo>
                  <a:pt x="298" y="106"/>
                </a:lnTo>
                <a:lnTo>
                  <a:pt x="80" y="551"/>
                </a:lnTo>
                <a:lnTo>
                  <a:pt x="297" y="552"/>
                </a:lnTo>
                <a:lnTo>
                  <a:pt x="515" y="552"/>
                </a:lnTo>
                <a:cubicBezTo>
                  <a:pt x="515" y="551"/>
                  <a:pt x="479" y="476"/>
                  <a:pt x="406" y="32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1" name=""/>
          <p:cNvSpPr/>
          <p:nvPr/>
        </p:nvSpPr>
        <p:spPr>
          <a:xfrm>
            <a:off x="3903120" y="5240520"/>
            <a:ext cx="232920" cy="216000"/>
          </a:xfrm>
          <a:custGeom>
            <a:avLst/>
            <a:gdLst/>
            <a:ahLst/>
            <a:rect l="0" t="0" r="r" b="b"/>
            <a:pathLst>
              <a:path w="647" h="600">
                <a:moveTo>
                  <a:pt x="406" y="412"/>
                </a:moveTo>
                <a:cubicBezTo>
                  <a:pt x="394" y="412"/>
                  <a:pt x="388" y="408"/>
                  <a:pt x="388" y="401"/>
                </a:cubicBezTo>
                <a:cubicBezTo>
                  <a:pt x="388" y="398"/>
                  <a:pt x="390" y="391"/>
                  <a:pt x="393" y="380"/>
                </a:cubicBezTo>
                <a:cubicBezTo>
                  <a:pt x="396" y="368"/>
                  <a:pt x="397" y="358"/>
                  <a:pt x="397" y="349"/>
                </a:cubicBezTo>
                <a:cubicBezTo>
                  <a:pt x="397" y="331"/>
                  <a:pt x="391" y="319"/>
                  <a:pt x="379" y="315"/>
                </a:cubicBezTo>
                <a:cubicBezTo>
                  <a:pt x="366" y="311"/>
                  <a:pt x="338" y="309"/>
                  <a:pt x="293" y="309"/>
                </a:cubicBezTo>
                <a:lnTo>
                  <a:pt x="248" y="309"/>
                </a:lnTo>
                <a:cubicBezTo>
                  <a:pt x="247" y="310"/>
                  <a:pt x="237" y="351"/>
                  <a:pt x="217" y="431"/>
                </a:cubicBezTo>
                <a:cubicBezTo>
                  <a:pt x="197" y="511"/>
                  <a:pt x="187" y="552"/>
                  <a:pt x="187" y="554"/>
                </a:cubicBezTo>
                <a:cubicBezTo>
                  <a:pt x="187" y="556"/>
                  <a:pt x="190" y="558"/>
                  <a:pt x="196" y="558"/>
                </a:cubicBezTo>
                <a:cubicBezTo>
                  <a:pt x="203" y="558"/>
                  <a:pt x="226" y="558"/>
                  <a:pt x="267" y="559"/>
                </a:cubicBezTo>
                <a:cubicBezTo>
                  <a:pt x="322" y="559"/>
                  <a:pt x="359" y="559"/>
                  <a:pt x="376" y="558"/>
                </a:cubicBezTo>
                <a:cubicBezTo>
                  <a:pt x="394" y="556"/>
                  <a:pt x="411" y="553"/>
                  <a:pt x="429" y="546"/>
                </a:cubicBezTo>
                <a:cubicBezTo>
                  <a:pt x="459" y="537"/>
                  <a:pt x="483" y="520"/>
                  <a:pt x="501" y="497"/>
                </a:cubicBezTo>
                <a:cubicBezTo>
                  <a:pt x="520" y="473"/>
                  <a:pt x="541" y="435"/>
                  <a:pt x="564" y="381"/>
                </a:cubicBezTo>
                <a:cubicBezTo>
                  <a:pt x="570" y="369"/>
                  <a:pt x="574" y="361"/>
                  <a:pt x="575" y="360"/>
                </a:cubicBezTo>
                <a:cubicBezTo>
                  <a:pt x="579" y="359"/>
                  <a:pt x="584" y="359"/>
                  <a:pt x="589" y="359"/>
                </a:cubicBezTo>
                <a:cubicBezTo>
                  <a:pt x="600" y="359"/>
                  <a:pt x="606" y="362"/>
                  <a:pt x="606" y="370"/>
                </a:cubicBezTo>
                <a:cubicBezTo>
                  <a:pt x="545" y="519"/>
                  <a:pt x="512" y="595"/>
                  <a:pt x="509" y="598"/>
                </a:cubicBezTo>
                <a:cubicBezTo>
                  <a:pt x="508" y="599"/>
                  <a:pt x="423" y="600"/>
                  <a:pt x="256" y="600"/>
                </a:cubicBezTo>
                <a:lnTo>
                  <a:pt x="90" y="600"/>
                </a:lnTo>
                <a:cubicBezTo>
                  <a:pt x="30" y="600"/>
                  <a:pt x="0" y="597"/>
                  <a:pt x="0" y="590"/>
                </a:cubicBezTo>
                <a:cubicBezTo>
                  <a:pt x="0" y="589"/>
                  <a:pt x="1" y="585"/>
                  <a:pt x="3" y="578"/>
                </a:cubicBezTo>
                <a:cubicBezTo>
                  <a:pt x="5" y="569"/>
                  <a:pt x="7" y="563"/>
                  <a:pt x="10" y="562"/>
                </a:cubicBezTo>
                <a:cubicBezTo>
                  <a:pt x="12" y="561"/>
                  <a:pt x="19" y="560"/>
                  <a:pt x="30" y="559"/>
                </a:cubicBezTo>
                <a:cubicBezTo>
                  <a:pt x="46" y="559"/>
                  <a:pt x="63" y="559"/>
                  <a:pt x="83" y="557"/>
                </a:cubicBezTo>
                <a:cubicBezTo>
                  <a:pt x="91" y="555"/>
                  <a:pt x="97" y="551"/>
                  <a:pt x="99" y="546"/>
                </a:cubicBezTo>
                <a:cubicBezTo>
                  <a:pt x="101" y="543"/>
                  <a:pt x="122" y="461"/>
                  <a:pt x="162" y="299"/>
                </a:cubicBezTo>
                <a:cubicBezTo>
                  <a:pt x="203" y="137"/>
                  <a:pt x="223" y="53"/>
                  <a:pt x="224" y="51"/>
                </a:cubicBezTo>
                <a:cubicBezTo>
                  <a:pt x="224" y="47"/>
                  <a:pt x="223" y="45"/>
                  <a:pt x="220" y="45"/>
                </a:cubicBezTo>
                <a:cubicBezTo>
                  <a:pt x="216" y="43"/>
                  <a:pt x="200" y="42"/>
                  <a:pt x="174" y="40"/>
                </a:cubicBezTo>
                <a:lnTo>
                  <a:pt x="146" y="40"/>
                </a:lnTo>
                <a:cubicBezTo>
                  <a:pt x="143" y="37"/>
                  <a:pt x="141" y="34"/>
                  <a:pt x="141" y="33"/>
                </a:cubicBezTo>
                <a:cubicBezTo>
                  <a:pt x="141" y="32"/>
                  <a:pt x="141" y="27"/>
                  <a:pt x="143" y="18"/>
                </a:cubicBezTo>
                <a:cubicBezTo>
                  <a:pt x="145" y="8"/>
                  <a:pt x="148" y="2"/>
                  <a:pt x="151" y="0"/>
                </a:cubicBezTo>
                <a:lnTo>
                  <a:pt x="641" y="0"/>
                </a:lnTo>
                <a:cubicBezTo>
                  <a:pt x="645" y="2"/>
                  <a:pt x="647" y="5"/>
                  <a:pt x="647" y="10"/>
                </a:cubicBezTo>
                <a:cubicBezTo>
                  <a:pt x="647" y="12"/>
                  <a:pt x="643" y="45"/>
                  <a:pt x="635" y="108"/>
                </a:cubicBezTo>
                <a:cubicBezTo>
                  <a:pt x="628" y="172"/>
                  <a:pt x="624" y="204"/>
                  <a:pt x="623" y="206"/>
                </a:cubicBezTo>
                <a:cubicBezTo>
                  <a:pt x="622" y="210"/>
                  <a:pt x="616" y="212"/>
                  <a:pt x="605" y="212"/>
                </a:cubicBezTo>
                <a:lnTo>
                  <a:pt x="595" y="212"/>
                </a:lnTo>
                <a:cubicBezTo>
                  <a:pt x="591" y="209"/>
                  <a:pt x="589" y="206"/>
                  <a:pt x="589" y="201"/>
                </a:cubicBezTo>
                <a:lnTo>
                  <a:pt x="591" y="181"/>
                </a:lnTo>
                <a:cubicBezTo>
                  <a:pt x="593" y="166"/>
                  <a:pt x="594" y="151"/>
                  <a:pt x="594" y="135"/>
                </a:cubicBezTo>
                <a:cubicBezTo>
                  <a:pt x="594" y="116"/>
                  <a:pt x="592" y="101"/>
                  <a:pt x="588" y="90"/>
                </a:cubicBezTo>
                <a:cubicBezTo>
                  <a:pt x="584" y="78"/>
                  <a:pt x="578" y="69"/>
                  <a:pt x="571" y="62"/>
                </a:cubicBezTo>
                <a:cubicBezTo>
                  <a:pt x="564" y="56"/>
                  <a:pt x="554" y="51"/>
                  <a:pt x="540" y="48"/>
                </a:cubicBezTo>
                <a:cubicBezTo>
                  <a:pt x="527" y="45"/>
                  <a:pt x="513" y="43"/>
                  <a:pt x="499" y="42"/>
                </a:cubicBezTo>
                <a:cubicBezTo>
                  <a:pt x="485" y="41"/>
                  <a:pt x="466" y="40"/>
                  <a:pt x="441" y="40"/>
                </a:cubicBezTo>
                <a:lnTo>
                  <a:pt x="400" y="40"/>
                </a:lnTo>
                <a:cubicBezTo>
                  <a:pt x="348" y="41"/>
                  <a:pt x="321" y="42"/>
                  <a:pt x="318" y="43"/>
                </a:cubicBezTo>
                <a:cubicBezTo>
                  <a:pt x="316" y="44"/>
                  <a:pt x="314" y="47"/>
                  <a:pt x="313" y="51"/>
                </a:cubicBezTo>
                <a:cubicBezTo>
                  <a:pt x="312" y="53"/>
                  <a:pt x="303" y="89"/>
                  <a:pt x="285" y="160"/>
                </a:cubicBezTo>
                <a:cubicBezTo>
                  <a:pt x="268" y="231"/>
                  <a:pt x="259" y="267"/>
                  <a:pt x="258" y="268"/>
                </a:cubicBezTo>
                <a:cubicBezTo>
                  <a:pt x="272" y="268"/>
                  <a:pt x="286" y="269"/>
                  <a:pt x="300" y="269"/>
                </a:cubicBezTo>
                <a:lnTo>
                  <a:pt x="323" y="269"/>
                </a:lnTo>
                <a:cubicBezTo>
                  <a:pt x="362" y="269"/>
                  <a:pt x="389" y="264"/>
                  <a:pt x="403" y="255"/>
                </a:cubicBezTo>
                <a:cubicBezTo>
                  <a:pt x="418" y="247"/>
                  <a:pt x="431" y="223"/>
                  <a:pt x="443" y="184"/>
                </a:cubicBezTo>
                <a:cubicBezTo>
                  <a:pt x="445" y="175"/>
                  <a:pt x="448" y="169"/>
                  <a:pt x="449" y="168"/>
                </a:cubicBezTo>
                <a:cubicBezTo>
                  <a:pt x="451" y="167"/>
                  <a:pt x="456" y="166"/>
                  <a:pt x="464" y="166"/>
                </a:cubicBezTo>
                <a:cubicBezTo>
                  <a:pt x="467" y="166"/>
                  <a:pt x="470" y="166"/>
                  <a:pt x="471" y="166"/>
                </a:cubicBezTo>
                <a:cubicBezTo>
                  <a:pt x="473" y="166"/>
                  <a:pt x="475" y="166"/>
                  <a:pt x="476" y="166"/>
                </a:cubicBezTo>
                <a:cubicBezTo>
                  <a:pt x="477" y="167"/>
                  <a:pt x="478" y="167"/>
                  <a:pt x="478" y="167"/>
                </a:cubicBezTo>
                <a:cubicBezTo>
                  <a:pt x="478" y="167"/>
                  <a:pt x="478" y="169"/>
                  <a:pt x="479" y="171"/>
                </a:cubicBezTo>
                <a:cubicBezTo>
                  <a:pt x="481" y="173"/>
                  <a:pt x="481" y="174"/>
                  <a:pt x="482" y="174"/>
                </a:cubicBezTo>
                <a:lnTo>
                  <a:pt x="453" y="291"/>
                </a:lnTo>
                <a:cubicBezTo>
                  <a:pt x="433" y="369"/>
                  <a:pt x="422" y="408"/>
                  <a:pt x="420" y="410"/>
                </a:cubicBezTo>
                <a:cubicBezTo>
                  <a:pt x="418" y="411"/>
                  <a:pt x="414" y="412"/>
                  <a:pt x="406" y="41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2" name=""/>
          <p:cNvSpPr/>
          <p:nvPr/>
        </p:nvSpPr>
        <p:spPr>
          <a:xfrm>
            <a:off x="4250160" y="5254560"/>
            <a:ext cx="194040" cy="245880"/>
          </a:xfrm>
          <a:custGeom>
            <a:avLst/>
            <a:gdLst/>
            <a:ahLst/>
            <a:rect l="0" t="0" r="r" b="b"/>
            <a:pathLst>
              <a:path w="539" h="683">
                <a:moveTo>
                  <a:pt x="521" y="0"/>
                </a:moveTo>
                <a:cubicBezTo>
                  <a:pt x="526" y="0"/>
                  <a:pt x="530" y="1"/>
                  <a:pt x="534" y="5"/>
                </a:cubicBezTo>
                <a:cubicBezTo>
                  <a:pt x="537" y="8"/>
                  <a:pt x="539" y="13"/>
                  <a:pt x="539" y="18"/>
                </a:cubicBezTo>
                <a:cubicBezTo>
                  <a:pt x="539" y="23"/>
                  <a:pt x="537" y="28"/>
                  <a:pt x="533" y="30"/>
                </a:cubicBezTo>
                <a:cubicBezTo>
                  <a:pt x="532" y="31"/>
                  <a:pt x="453" y="70"/>
                  <a:pt x="294" y="145"/>
                </a:cubicBezTo>
                <a:lnTo>
                  <a:pt x="60" y="256"/>
                </a:lnTo>
                <a:lnTo>
                  <a:pt x="278" y="360"/>
                </a:lnTo>
                <a:cubicBezTo>
                  <a:pt x="448" y="440"/>
                  <a:pt x="534" y="481"/>
                  <a:pt x="536" y="484"/>
                </a:cubicBezTo>
                <a:cubicBezTo>
                  <a:pt x="538" y="488"/>
                  <a:pt x="539" y="491"/>
                  <a:pt x="539" y="494"/>
                </a:cubicBezTo>
                <a:cubicBezTo>
                  <a:pt x="539" y="505"/>
                  <a:pt x="534" y="510"/>
                  <a:pt x="523" y="512"/>
                </a:cubicBezTo>
                <a:lnTo>
                  <a:pt x="518" y="512"/>
                </a:lnTo>
                <a:lnTo>
                  <a:pt x="263" y="392"/>
                </a:lnTo>
                <a:cubicBezTo>
                  <a:pt x="93" y="311"/>
                  <a:pt x="7" y="271"/>
                  <a:pt x="6" y="269"/>
                </a:cubicBezTo>
                <a:cubicBezTo>
                  <a:pt x="2" y="266"/>
                  <a:pt x="0" y="261"/>
                  <a:pt x="0" y="254"/>
                </a:cubicBezTo>
                <a:cubicBezTo>
                  <a:pt x="0" y="248"/>
                  <a:pt x="4" y="243"/>
                  <a:pt x="11" y="239"/>
                </a:cubicBezTo>
                <a:cubicBezTo>
                  <a:pt x="16" y="237"/>
                  <a:pt x="100" y="197"/>
                  <a:pt x="263" y="120"/>
                </a:cubicBezTo>
                <a:cubicBezTo>
                  <a:pt x="427" y="42"/>
                  <a:pt x="510" y="3"/>
                  <a:pt x="513" y="1"/>
                </a:cubicBezTo>
                <a:cubicBezTo>
                  <a:pt x="516" y="0"/>
                  <a:pt x="518" y="0"/>
                  <a:pt x="521" y="0"/>
                </a:cubicBezTo>
                <a:moveTo>
                  <a:pt x="1" y="665"/>
                </a:moveTo>
                <a:cubicBezTo>
                  <a:pt x="1" y="659"/>
                  <a:pt x="5" y="653"/>
                  <a:pt x="14" y="647"/>
                </a:cubicBezTo>
                <a:lnTo>
                  <a:pt x="525" y="647"/>
                </a:lnTo>
                <a:cubicBezTo>
                  <a:pt x="534" y="651"/>
                  <a:pt x="539" y="657"/>
                  <a:pt x="539" y="665"/>
                </a:cubicBezTo>
                <a:cubicBezTo>
                  <a:pt x="539" y="672"/>
                  <a:pt x="535" y="678"/>
                  <a:pt x="526" y="683"/>
                </a:cubicBezTo>
                <a:lnTo>
                  <a:pt x="13" y="683"/>
                </a:lnTo>
                <a:cubicBezTo>
                  <a:pt x="5" y="678"/>
                  <a:pt x="1" y="673"/>
                  <a:pt x="1" y="66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3" name=""/>
          <p:cNvSpPr/>
          <p:nvPr/>
        </p:nvSpPr>
        <p:spPr>
          <a:xfrm>
            <a:off x="4570920" y="524484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0" y="72"/>
                </a:moveTo>
                <a:cubicBezTo>
                  <a:pt x="84" y="24"/>
                  <a:pt x="129" y="0"/>
                  <a:pt x="186" y="0"/>
                </a:cubicBezTo>
                <a:cubicBezTo>
                  <a:pt x="214" y="0"/>
                  <a:pt x="242" y="8"/>
                  <a:pt x="271" y="23"/>
                </a:cubicBezTo>
                <a:cubicBezTo>
                  <a:pt x="299" y="38"/>
                  <a:pt x="322" y="65"/>
                  <a:pt x="339" y="104"/>
                </a:cubicBezTo>
                <a:cubicBezTo>
                  <a:pt x="361" y="153"/>
                  <a:pt x="372" y="220"/>
                  <a:pt x="372" y="306"/>
                </a:cubicBezTo>
                <a:cubicBezTo>
                  <a:pt x="372" y="397"/>
                  <a:pt x="359" y="467"/>
                  <a:pt x="334" y="515"/>
                </a:cubicBezTo>
                <a:cubicBezTo>
                  <a:pt x="322" y="539"/>
                  <a:pt x="306" y="559"/>
                  <a:pt x="286" y="574"/>
                </a:cubicBezTo>
                <a:cubicBezTo>
                  <a:pt x="265" y="589"/>
                  <a:pt x="247" y="598"/>
                  <a:pt x="232" y="601"/>
                </a:cubicBezTo>
                <a:cubicBezTo>
                  <a:pt x="217" y="605"/>
                  <a:pt x="202" y="607"/>
                  <a:pt x="187" y="607"/>
                </a:cubicBezTo>
                <a:cubicBezTo>
                  <a:pt x="172" y="607"/>
                  <a:pt x="156" y="606"/>
                  <a:pt x="141" y="602"/>
                </a:cubicBezTo>
                <a:cubicBezTo>
                  <a:pt x="126" y="599"/>
                  <a:pt x="108" y="589"/>
                  <a:pt x="87" y="574"/>
                </a:cubicBezTo>
                <a:cubicBezTo>
                  <a:pt x="66" y="559"/>
                  <a:pt x="50" y="539"/>
                  <a:pt x="38" y="515"/>
                </a:cubicBezTo>
                <a:cubicBezTo>
                  <a:pt x="13" y="467"/>
                  <a:pt x="0" y="397"/>
                  <a:pt x="0" y="306"/>
                </a:cubicBezTo>
                <a:cubicBezTo>
                  <a:pt x="0" y="203"/>
                  <a:pt x="17" y="125"/>
                  <a:pt x="50" y="72"/>
                </a:cubicBezTo>
                <a:moveTo>
                  <a:pt x="250" y="61"/>
                </a:moveTo>
                <a:cubicBezTo>
                  <a:pt x="232" y="42"/>
                  <a:pt x="211" y="33"/>
                  <a:pt x="187" y="33"/>
                </a:cubicBezTo>
                <a:cubicBezTo>
                  <a:pt x="162" y="33"/>
                  <a:pt x="141" y="42"/>
                  <a:pt x="124" y="61"/>
                </a:cubicBezTo>
                <a:cubicBezTo>
                  <a:pt x="109" y="76"/>
                  <a:pt x="99" y="97"/>
                  <a:pt x="94" y="124"/>
                </a:cubicBezTo>
                <a:cubicBezTo>
                  <a:pt x="90" y="151"/>
                  <a:pt x="87" y="208"/>
                  <a:pt x="87" y="295"/>
                </a:cubicBezTo>
                <a:cubicBezTo>
                  <a:pt x="87" y="387"/>
                  <a:pt x="90" y="448"/>
                  <a:pt x="94" y="478"/>
                </a:cubicBezTo>
                <a:cubicBezTo>
                  <a:pt x="99" y="507"/>
                  <a:pt x="110" y="530"/>
                  <a:pt x="126" y="547"/>
                </a:cubicBezTo>
                <a:cubicBezTo>
                  <a:pt x="143" y="565"/>
                  <a:pt x="163" y="574"/>
                  <a:pt x="187" y="574"/>
                </a:cubicBezTo>
                <a:cubicBezTo>
                  <a:pt x="210" y="574"/>
                  <a:pt x="230" y="565"/>
                  <a:pt x="247" y="547"/>
                </a:cubicBezTo>
                <a:cubicBezTo>
                  <a:pt x="264" y="530"/>
                  <a:pt x="274" y="505"/>
                  <a:pt x="279" y="473"/>
                </a:cubicBezTo>
                <a:cubicBezTo>
                  <a:pt x="283" y="442"/>
                  <a:pt x="285" y="382"/>
                  <a:pt x="286" y="295"/>
                </a:cubicBezTo>
                <a:cubicBezTo>
                  <a:pt x="286" y="208"/>
                  <a:pt x="283" y="152"/>
                  <a:pt x="279" y="125"/>
                </a:cubicBezTo>
                <a:cubicBezTo>
                  <a:pt x="274" y="98"/>
                  <a:pt x="264" y="77"/>
                  <a:pt x="250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300320" y="5153040"/>
            <a:ext cx="23608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メトロポリス判定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5" name=""/>
          <p:cNvSpPr/>
          <p:nvPr/>
        </p:nvSpPr>
        <p:spPr>
          <a:xfrm>
            <a:off x="6167880" y="5229000"/>
            <a:ext cx="235080" cy="227520"/>
          </a:xfrm>
          <a:custGeom>
            <a:avLst/>
            <a:gdLst/>
            <a:ahLst/>
            <a:rect l="0" t="0" r="r" b="b"/>
            <a:pathLst>
              <a:path w="653" h="632">
                <a:moveTo>
                  <a:pt x="4" y="632"/>
                </a:moveTo>
                <a:cubicBezTo>
                  <a:pt x="1" y="630"/>
                  <a:pt x="0" y="627"/>
                  <a:pt x="0" y="626"/>
                </a:cubicBezTo>
                <a:cubicBezTo>
                  <a:pt x="0" y="625"/>
                  <a:pt x="49" y="522"/>
                  <a:pt x="150" y="317"/>
                </a:cubicBezTo>
                <a:cubicBezTo>
                  <a:pt x="249" y="112"/>
                  <a:pt x="300" y="9"/>
                  <a:pt x="302" y="6"/>
                </a:cubicBezTo>
                <a:cubicBezTo>
                  <a:pt x="304" y="2"/>
                  <a:pt x="312" y="0"/>
                  <a:pt x="327" y="0"/>
                </a:cubicBezTo>
                <a:cubicBezTo>
                  <a:pt x="340" y="0"/>
                  <a:pt x="349" y="2"/>
                  <a:pt x="351" y="6"/>
                </a:cubicBezTo>
                <a:cubicBezTo>
                  <a:pt x="353" y="9"/>
                  <a:pt x="404" y="112"/>
                  <a:pt x="503" y="317"/>
                </a:cubicBezTo>
                <a:cubicBezTo>
                  <a:pt x="602" y="522"/>
                  <a:pt x="652" y="625"/>
                  <a:pt x="653" y="626"/>
                </a:cubicBezTo>
                <a:cubicBezTo>
                  <a:pt x="653" y="627"/>
                  <a:pt x="651" y="630"/>
                  <a:pt x="648" y="632"/>
                </a:cubicBezTo>
                <a:lnTo>
                  <a:pt x="4" y="632"/>
                </a:lnTo>
                <a:moveTo>
                  <a:pt x="407" y="329"/>
                </a:moveTo>
                <a:lnTo>
                  <a:pt x="299" y="106"/>
                </a:lnTo>
                <a:lnTo>
                  <a:pt x="80" y="551"/>
                </a:lnTo>
                <a:lnTo>
                  <a:pt x="298" y="552"/>
                </a:lnTo>
                <a:lnTo>
                  <a:pt x="515" y="552"/>
                </a:lnTo>
                <a:cubicBezTo>
                  <a:pt x="515" y="551"/>
                  <a:pt x="479" y="476"/>
                  <a:pt x="407" y="32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6" name=""/>
          <p:cNvSpPr/>
          <p:nvPr/>
        </p:nvSpPr>
        <p:spPr>
          <a:xfrm>
            <a:off x="6427080" y="5240520"/>
            <a:ext cx="232920" cy="216000"/>
          </a:xfrm>
          <a:custGeom>
            <a:avLst/>
            <a:gdLst/>
            <a:ahLst/>
            <a:rect l="0" t="0" r="r" b="b"/>
            <a:pathLst>
              <a:path w="647" h="600">
                <a:moveTo>
                  <a:pt x="407" y="412"/>
                </a:moveTo>
                <a:cubicBezTo>
                  <a:pt x="395" y="412"/>
                  <a:pt x="389" y="408"/>
                  <a:pt x="389" y="401"/>
                </a:cubicBezTo>
                <a:cubicBezTo>
                  <a:pt x="389" y="398"/>
                  <a:pt x="390" y="391"/>
                  <a:pt x="393" y="380"/>
                </a:cubicBezTo>
                <a:cubicBezTo>
                  <a:pt x="396" y="368"/>
                  <a:pt x="398" y="358"/>
                  <a:pt x="398" y="349"/>
                </a:cubicBezTo>
                <a:cubicBezTo>
                  <a:pt x="398" y="331"/>
                  <a:pt x="392" y="319"/>
                  <a:pt x="379" y="315"/>
                </a:cubicBezTo>
                <a:cubicBezTo>
                  <a:pt x="367" y="311"/>
                  <a:pt x="338" y="309"/>
                  <a:pt x="294" y="309"/>
                </a:cubicBezTo>
                <a:lnTo>
                  <a:pt x="248" y="309"/>
                </a:lnTo>
                <a:cubicBezTo>
                  <a:pt x="247" y="310"/>
                  <a:pt x="237" y="351"/>
                  <a:pt x="217" y="431"/>
                </a:cubicBezTo>
                <a:cubicBezTo>
                  <a:pt x="197" y="511"/>
                  <a:pt x="187" y="552"/>
                  <a:pt x="187" y="554"/>
                </a:cubicBezTo>
                <a:cubicBezTo>
                  <a:pt x="187" y="556"/>
                  <a:pt x="190" y="558"/>
                  <a:pt x="197" y="558"/>
                </a:cubicBezTo>
                <a:cubicBezTo>
                  <a:pt x="203" y="558"/>
                  <a:pt x="227" y="558"/>
                  <a:pt x="267" y="559"/>
                </a:cubicBezTo>
                <a:cubicBezTo>
                  <a:pt x="323" y="559"/>
                  <a:pt x="359" y="559"/>
                  <a:pt x="377" y="558"/>
                </a:cubicBezTo>
                <a:cubicBezTo>
                  <a:pt x="394" y="556"/>
                  <a:pt x="412" y="553"/>
                  <a:pt x="429" y="546"/>
                </a:cubicBezTo>
                <a:cubicBezTo>
                  <a:pt x="458" y="537"/>
                  <a:pt x="482" y="520"/>
                  <a:pt x="501" y="497"/>
                </a:cubicBezTo>
                <a:cubicBezTo>
                  <a:pt x="520" y="473"/>
                  <a:pt x="541" y="435"/>
                  <a:pt x="564" y="381"/>
                </a:cubicBezTo>
                <a:cubicBezTo>
                  <a:pt x="570" y="368"/>
                  <a:pt x="574" y="361"/>
                  <a:pt x="576" y="360"/>
                </a:cubicBezTo>
                <a:cubicBezTo>
                  <a:pt x="580" y="359"/>
                  <a:pt x="584" y="359"/>
                  <a:pt x="589" y="359"/>
                </a:cubicBezTo>
                <a:cubicBezTo>
                  <a:pt x="601" y="359"/>
                  <a:pt x="607" y="362"/>
                  <a:pt x="607" y="370"/>
                </a:cubicBezTo>
                <a:cubicBezTo>
                  <a:pt x="545" y="519"/>
                  <a:pt x="512" y="595"/>
                  <a:pt x="509" y="598"/>
                </a:cubicBezTo>
                <a:cubicBezTo>
                  <a:pt x="507" y="599"/>
                  <a:pt x="423" y="600"/>
                  <a:pt x="257" y="600"/>
                </a:cubicBezTo>
                <a:lnTo>
                  <a:pt x="90" y="600"/>
                </a:lnTo>
                <a:cubicBezTo>
                  <a:pt x="30" y="600"/>
                  <a:pt x="0" y="597"/>
                  <a:pt x="0" y="590"/>
                </a:cubicBezTo>
                <a:cubicBezTo>
                  <a:pt x="0" y="589"/>
                  <a:pt x="1" y="585"/>
                  <a:pt x="3" y="578"/>
                </a:cubicBezTo>
                <a:cubicBezTo>
                  <a:pt x="5" y="568"/>
                  <a:pt x="8" y="563"/>
                  <a:pt x="10" y="562"/>
                </a:cubicBezTo>
                <a:cubicBezTo>
                  <a:pt x="13" y="561"/>
                  <a:pt x="19" y="560"/>
                  <a:pt x="30" y="559"/>
                </a:cubicBezTo>
                <a:cubicBezTo>
                  <a:pt x="46" y="559"/>
                  <a:pt x="64" y="558"/>
                  <a:pt x="83" y="557"/>
                </a:cubicBezTo>
                <a:cubicBezTo>
                  <a:pt x="91" y="555"/>
                  <a:pt x="97" y="551"/>
                  <a:pt x="100" y="546"/>
                </a:cubicBezTo>
                <a:cubicBezTo>
                  <a:pt x="101" y="543"/>
                  <a:pt x="122" y="461"/>
                  <a:pt x="163" y="299"/>
                </a:cubicBezTo>
                <a:cubicBezTo>
                  <a:pt x="203" y="137"/>
                  <a:pt x="224" y="53"/>
                  <a:pt x="224" y="51"/>
                </a:cubicBezTo>
                <a:cubicBezTo>
                  <a:pt x="224" y="47"/>
                  <a:pt x="223" y="45"/>
                  <a:pt x="221" y="45"/>
                </a:cubicBezTo>
                <a:cubicBezTo>
                  <a:pt x="216" y="43"/>
                  <a:pt x="200" y="42"/>
                  <a:pt x="174" y="40"/>
                </a:cubicBezTo>
                <a:lnTo>
                  <a:pt x="147" y="40"/>
                </a:lnTo>
                <a:cubicBezTo>
                  <a:pt x="143" y="37"/>
                  <a:pt x="141" y="34"/>
                  <a:pt x="141" y="33"/>
                </a:cubicBezTo>
                <a:cubicBezTo>
                  <a:pt x="141" y="32"/>
                  <a:pt x="142" y="27"/>
                  <a:pt x="143" y="18"/>
                </a:cubicBezTo>
                <a:cubicBezTo>
                  <a:pt x="146" y="8"/>
                  <a:pt x="148" y="2"/>
                  <a:pt x="152" y="0"/>
                </a:cubicBezTo>
                <a:lnTo>
                  <a:pt x="641" y="0"/>
                </a:lnTo>
                <a:cubicBezTo>
                  <a:pt x="645" y="2"/>
                  <a:pt x="647" y="5"/>
                  <a:pt x="647" y="10"/>
                </a:cubicBezTo>
                <a:cubicBezTo>
                  <a:pt x="647" y="12"/>
                  <a:pt x="643" y="45"/>
                  <a:pt x="636" y="108"/>
                </a:cubicBezTo>
                <a:cubicBezTo>
                  <a:pt x="628" y="172"/>
                  <a:pt x="624" y="204"/>
                  <a:pt x="623" y="206"/>
                </a:cubicBezTo>
                <a:cubicBezTo>
                  <a:pt x="622" y="210"/>
                  <a:pt x="616" y="212"/>
                  <a:pt x="606" y="212"/>
                </a:cubicBezTo>
                <a:lnTo>
                  <a:pt x="595" y="212"/>
                </a:lnTo>
                <a:cubicBezTo>
                  <a:pt x="591" y="209"/>
                  <a:pt x="589" y="206"/>
                  <a:pt x="589" y="201"/>
                </a:cubicBezTo>
                <a:lnTo>
                  <a:pt x="592" y="181"/>
                </a:lnTo>
                <a:cubicBezTo>
                  <a:pt x="593" y="166"/>
                  <a:pt x="594" y="151"/>
                  <a:pt x="594" y="135"/>
                </a:cubicBezTo>
                <a:cubicBezTo>
                  <a:pt x="594" y="116"/>
                  <a:pt x="592" y="101"/>
                  <a:pt x="588" y="90"/>
                </a:cubicBezTo>
                <a:cubicBezTo>
                  <a:pt x="584" y="78"/>
                  <a:pt x="578" y="69"/>
                  <a:pt x="571" y="62"/>
                </a:cubicBezTo>
                <a:cubicBezTo>
                  <a:pt x="564" y="56"/>
                  <a:pt x="554" y="51"/>
                  <a:pt x="541" y="48"/>
                </a:cubicBezTo>
                <a:cubicBezTo>
                  <a:pt x="526" y="45"/>
                  <a:pt x="512" y="43"/>
                  <a:pt x="498" y="42"/>
                </a:cubicBezTo>
                <a:cubicBezTo>
                  <a:pt x="484" y="41"/>
                  <a:pt x="465" y="40"/>
                  <a:pt x="442" y="40"/>
                </a:cubicBezTo>
                <a:lnTo>
                  <a:pt x="400" y="40"/>
                </a:lnTo>
                <a:cubicBezTo>
                  <a:pt x="349" y="41"/>
                  <a:pt x="321" y="42"/>
                  <a:pt x="318" y="43"/>
                </a:cubicBezTo>
                <a:cubicBezTo>
                  <a:pt x="316" y="44"/>
                  <a:pt x="314" y="47"/>
                  <a:pt x="313" y="51"/>
                </a:cubicBezTo>
                <a:cubicBezTo>
                  <a:pt x="313" y="53"/>
                  <a:pt x="304" y="89"/>
                  <a:pt x="286" y="160"/>
                </a:cubicBezTo>
                <a:cubicBezTo>
                  <a:pt x="268" y="231"/>
                  <a:pt x="259" y="267"/>
                  <a:pt x="259" y="268"/>
                </a:cubicBezTo>
                <a:cubicBezTo>
                  <a:pt x="272" y="268"/>
                  <a:pt x="286" y="269"/>
                  <a:pt x="301" y="269"/>
                </a:cubicBezTo>
                <a:lnTo>
                  <a:pt x="324" y="269"/>
                </a:lnTo>
                <a:cubicBezTo>
                  <a:pt x="363" y="269"/>
                  <a:pt x="389" y="264"/>
                  <a:pt x="404" y="255"/>
                </a:cubicBezTo>
                <a:cubicBezTo>
                  <a:pt x="419" y="247"/>
                  <a:pt x="432" y="223"/>
                  <a:pt x="444" y="184"/>
                </a:cubicBezTo>
                <a:cubicBezTo>
                  <a:pt x="446" y="175"/>
                  <a:pt x="448" y="169"/>
                  <a:pt x="449" y="168"/>
                </a:cubicBezTo>
                <a:cubicBezTo>
                  <a:pt x="450" y="167"/>
                  <a:pt x="455" y="166"/>
                  <a:pt x="464" y="166"/>
                </a:cubicBezTo>
                <a:cubicBezTo>
                  <a:pt x="467" y="166"/>
                  <a:pt x="469" y="166"/>
                  <a:pt x="471" y="166"/>
                </a:cubicBezTo>
                <a:cubicBezTo>
                  <a:pt x="473" y="166"/>
                  <a:pt x="474" y="166"/>
                  <a:pt x="475" y="166"/>
                </a:cubicBezTo>
                <a:cubicBezTo>
                  <a:pt x="476" y="167"/>
                  <a:pt x="477" y="167"/>
                  <a:pt x="477" y="167"/>
                </a:cubicBezTo>
                <a:cubicBezTo>
                  <a:pt x="477" y="167"/>
                  <a:pt x="478" y="169"/>
                  <a:pt x="479" y="171"/>
                </a:cubicBezTo>
                <a:cubicBezTo>
                  <a:pt x="480" y="173"/>
                  <a:pt x="481" y="174"/>
                  <a:pt x="481" y="174"/>
                </a:cubicBezTo>
                <a:lnTo>
                  <a:pt x="452" y="291"/>
                </a:lnTo>
                <a:cubicBezTo>
                  <a:pt x="433" y="369"/>
                  <a:pt x="422" y="408"/>
                  <a:pt x="421" y="410"/>
                </a:cubicBezTo>
                <a:cubicBezTo>
                  <a:pt x="419" y="411"/>
                  <a:pt x="414" y="412"/>
                  <a:pt x="407" y="41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7" name=""/>
          <p:cNvSpPr/>
          <p:nvPr/>
        </p:nvSpPr>
        <p:spPr>
          <a:xfrm>
            <a:off x="6774120" y="5284800"/>
            <a:ext cx="194040" cy="184320"/>
          </a:xfrm>
          <a:custGeom>
            <a:avLst/>
            <a:gdLst/>
            <a:ahLst/>
            <a:rect l="0" t="0" r="r" b="b"/>
            <a:pathLst>
              <a:path w="539" h="512">
                <a:moveTo>
                  <a:pt x="1" y="18"/>
                </a:moveTo>
                <a:cubicBezTo>
                  <a:pt x="1" y="13"/>
                  <a:pt x="2" y="9"/>
                  <a:pt x="4" y="6"/>
                </a:cubicBezTo>
                <a:cubicBezTo>
                  <a:pt x="7" y="3"/>
                  <a:pt x="9" y="2"/>
                  <a:pt x="12" y="1"/>
                </a:cubicBezTo>
                <a:lnTo>
                  <a:pt x="14" y="0"/>
                </a:lnTo>
                <a:cubicBezTo>
                  <a:pt x="18" y="0"/>
                  <a:pt x="63" y="20"/>
                  <a:pt x="150" y="61"/>
                </a:cubicBezTo>
                <a:cubicBezTo>
                  <a:pt x="236" y="101"/>
                  <a:pt x="323" y="142"/>
                  <a:pt x="407" y="182"/>
                </a:cubicBezTo>
                <a:lnTo>
                  <a:pt x="533" y="242"/>
                </a:lnTo>
                <a:cubicBezTo>
                  <a:pt x="537" y="245"/>
                  <a:pt x="539" y="250"/>
                  <a:pt x="539" y="256"/>
                </a:cubicBezTo>
                <a:cubicBezTo>
                  <a:pt x="539" y="262"/>
                  <a:pt x="537" y="266"/>
                  <a:pt x="533" y="269"/>
                </a:cubicBezTo>
                <a:cubicBezTo>
                  <a:pt x="532" y="270"/>
                  <a:pt x="446" y="311"/>
                  <a:pt x="275" y="392"/>
                </a:cubicBezTo>
                <a:lnTo>
                  <a:pt x="21" y="512"/>
                </a:lnTo>
                <a:lnTo>
                  <a:pt x="16" y="512"/>
                </a:lnTo>
                <a:cubicBezTo>
                  <a:pt x="5" y="511"/>
                  <a:pt x="0" y="505"/>
                  <a:pt x="0" y="495"/>
                </a:cubicBezTo>
                <a:cubicBezTo>
                  <a:pt x="0" y="494"/>
                  <a:pt x="0" y="493"/>
                  <a:pt x="0" y="492"/>
                </a:cubicBezTo>
                <a:cubicBezTo>
                  <a:pt x="-1" y="488"/>
                  <a:pt x="4" y="483"/>
                  <a:pt x="13" y="478"/>
                </a:cubicBezTo>
                <a:cubicBezTo>
                  <a:pt x="24" y="472"/>
                  <a:pt x="68" y="451"/>
                  <a:pt x="145" y="414"/>
                </a:cubicBezTo>
                <a:cubicBezTo>
                  <a:pt x="191" y="393"/>
                  <a:pt x="229" y="375"/>
                  <a:pt x="260" y="360"/>
                </a:cubicBezTo>
                <a:lnTo>
                  <a:pt x="479" y="256"/>
                </a:lnTo>
                <a:lnTo>
                  <a:pt x="260" y="152"/>
                </a:lnTo>
                <a:cubicBezTo>
                  <a:pt x="91" y="72"/>
                  <a:pt x="5" y="30"/>
                  <a:pt x="3" y="27"/>
                </a:cubicBezTo>
                <a:cubicBezTo>
                  <a:pt x="2" y="25"/>
                  <a:pt x="1" y="22"/>
                  <a:pt x="1" y="1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8" name=""/>
          <p:cNvSpPr/>
          <p:nvPr/>
        </p:nvSpPr>
        <p:spPr>
          <a:xfrm>
            <a:off x="7094880" y="524484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1" y="72"/>
                </a:moveTo>
                <a:cubicBezTo>
                  <a:pt x="84" y="24"/>
                  <a:pt x="129" y="0"/>
                  <a:pt x="186" y="0"/>
                </a:cubicBezTo>
                <a:cubicBezTo>
                  <a:pt x="215" y="0"/>
                  <a:pt x="243" y="8"/>
                  <a:pt x="271" y="23"/>
                </a:cubicBezTo>
                <a:cubicBezTo>
                  <a:pt x="299" y="38"/>
                  <a:pt x="322" y="65"/>
                  <a:pt x="340" y="104"/>
                </a:cubicBezTo>
                <a:cubicBezTo>
                  <a:pt x="361" y="153"/>
                  <a:pt x="372" y="220"/>
                  <a:pt x="372" y="306"/>
                </a:cubicBezTo>
                <a:cubicBezTo>
                  <a:pt x="372" y="397"/>
                  <a:pt x="360" y="467"/>
                  <a:pt x="334" y="515"/>
                </a:cubicBezTo>
                <a:cubicBezTo>
                  <a:pt x="323" y="539"/>
                  <a:pt x="307" y="559"/>
                  <a:pt x="286" y="574"/>
                </a:cubicBezTo>
                <a:cubicBezTo>
                  <a:pt x="265" y="588"/>
                  <a:pt x="247" y="598"/>
                  <a:pt x="232" y="601"/>
                </a:cubicBezTo>
                <a:cubicBezTo>
                  <a:pt x="217" y="605"/>
                  <a:pt x="202" y="607"/>
                  <a:pt x="187" y="607"/>
                </a:cubicBezTo>
                <a:cubicBezTo>
                  <a:pt x="172" y="607"/>
                  <a:pt x="157" y="606"/>
                  <a:pt x="141" y="602"/>
                </a:cubicBezTo>
                <a:cubicBezTo>
                  <a:pt x="126" y="598"/>
                  <a:pt x="108" y="589"/>
                  <a:pt x="88" y="574"/>
                </a:cubicBezTo>
                <a:cubicBezTo>
                  <a:pt x="66" y="559"/>
                  <a:pt x="50" y="539"/>
                  <a:pt x="38" y="515"/>
                </a:cubicBezTo>
                <a:cubicBezTo>
                  <a:pt x="13" y="467"/>
                  <a:pt x="0" y="397"/>
                  <a:pt x="0" y="306"/>
                </a:cubicBezTo>
                <a:cubicBezTo>
                  <a:pt x="0" y="203"/>
                  <a:pt x="17" y="125"/>
                  <a:pt x="51" y="72"/>
                </a:cubicBezTo>
                <a:moveTo>
                  <a:pt x="250" y="61"/>
                </a:moveTo>
                <a:cubicBezTo>
                  <a:pt x="232" y="42"/>
                  <a:pt x="211" y="33"/>
                  <a:pt x="187" y="33"/>
                </a:cubicBezTo>
                <a:cubicBezTo>
                  <a:pt x="163" y="33"/>
                  <a:pt x="141" y="42"/>
                  <a:pt x="124" y="61"/>
                </a:cubicBezTo>
                <a:cubicBezTo>
                  <a:pt x="109" y="76"/>
                  <a:pt x="99" y="97"/>
                  <a:pt x="95" y="124"/>
                </a:cubicBezTo>
                <a:cubicBezTo>
                  <a:pt x="90" y="151"/>
                  <a:pt x="88" y="208"/>
                  <a:pt x="88" y="295"/>
                </a:cubicBezTo>
                <a:cubicBezTo>
                  <a:pt x="88" y="387"/>
                  <a:pt x="90" y="448"/>
                  <a:pt x="95" y="478"/>
                </a:cubicBezTo>
                <a:cubicBezTo>
                  <a:pt x="99" y="507"/>
                  <a:pt x="110" y="530"/>
                  <a:pt x="127" y="547"/>
                </a:cubicBezTo>
                <a:cubicBezTo>
                  <a:pt x="143" y="565"/>
                  <a:pt x="163" y="574"/>
                  <a:pt x="187" y="574"/>
                </a:cubicBezTo>
                <a:cubicBezTo>
                  <a:pt x="211" y="574"/>
                  <a:pt x="231" y="565"/>
                  <a:pt x="247" y="547"/>
                </a:cubicBezTo>
                <a:cubicBezTo>
                  <a:pt x="264" y="530"/>
                  <a:pt x="275" y="505"/>
                  <a:pt x="279" y="473"/>
                </a:cubicBezTo>
                <a:cubicBezTo>
                  <a:pt x="283" y="442"/>
                  <a:pt x="285" y="382"/>
                  <a:pt x="286" y="295"/>
                </a:cubicBezTo>
                <a:cubicBezTo>
                  <a:pt x="286" y="208"/>
                  <a:pt x="284" y="152"/>
                  <a:pt x="279" y="125"/>
                </a:cubicBezTo>
                <a:cubicBezTo>
                  <a:pt x="274" y="98"/>
                  <a:pt x="265" y="77"/>
                  <a:pt x="250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713840" y="5153040"/>
            <a:ext cx="1471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なら採⽤、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" name=""/>
          <p:cNvSpPr/>
          <p:nvPr/>
        </p:nvSpPr>
        <p:spPr>
          <a:xfrm>
            <a:off x="8476920" y="5305680"/>
            <a:ext cx="123120" cy="146160"/>
          </a:xfrm>
          <a:custGeom>
            <a:avLst/>
            <a:gdLst/>
            <a:ahLst/>
            <a:rect l="0" t="0" r="r" b="b"/>
            <a:pathLst>
              <a:path w="342" h="406">
                <a:moveTo>
                  <a:pt x="0" y="204"/>
                </a:moveTo>
                <a:cubicBezTo>
                  <a:pt x="0" y="172"/>
                  <a:pt x="6" y="142"/>
                  <a:pt x="18" y="116"/>
                </a:cubicBezTo>
                <a:cubicBezTo>
                  <a:pt x="29" y="89"/>
                  <a:pt x="44" y="68"/>
                  <a:pt x="62" y="51"/>
                </a:cubicBezTo>
                <a:cubicBezTo>
                  <a:pt x="79" y="35"/>
                  <a:pt x="99" y="23"/>
                  <a:pt x="120" y="14"/>
                </a:cubicBezTo>
                <a:cubicBezTo>
                  <a:pt x="141" y="5"/>
                  <a:pt x="160" y="1"/>
                  <a:pt x="178" y="0"/>
                </a:cubicBezTo>
                <a:cubicBezTo>
                  <a:pt x="209" y="0"/>
                  <a:pt x="236" y="6"/>
                  <a:pt x="258" y="17"/>
                </a:cubicBezTo>
                <a:cubicBezTo>
                  <a:pt x="281" y="28"/>
                  <a:pt x="298" y="42"/>
                  <a:pt x="309" y="61"/>
                </a:cubicBezTo>
                <a:cubicBezTo>
                  <a:pt x="321" y="80"/>
                  <a:pt x="329" y="99"/>
                  <a:pt x="334" y="118"/>
                </a:cubicBezTo>
                <a:cubicBezTo>
                  <a:pt x="339" y="136"/>
                  <a:pt x="341" y="157"/>
                  <a:pt x="342" y="180"/>
                </a:cubicBezTo>
                <a:cubicBezTo>
                  <a:pt x="342" y="184"/>
                  <a:pt x="340" y="188"/>
                  <a:pt x="336" y="192"/>
                </a:cubicBezTo>
                <a:lnTo>
                  <a:pt x="87" y="192"/>
                </a:lnTo>
                <a:lnTo>
                  <a:pt x="87" y="206"/>
                </a:lnTo>
                <a:cubicBezTo>
                  <a:pt x="87" y="293"/>
                  <a:pt x="117" y="345"/>
                  <a:pt x="176" y="364"/>
                </a:cubicBezTo>
                <a:cubicBezTo>
                  <a:pt x="187" y="368"/>
                  <a:pt x="200" y="370"/>
                  <a:pt x="214" y="370"/>
                </a:cubicBezTo>
                <a:cubicBezTo>
                  <a:pt x="239" y="370"/>
                  <a:pt x="260" y="360"/>
                  <a:pt x="278" y="341"/>
                </a:cubicBezTo>
                <a:cubicBezTo>
                  <a:pt x="288" y="331"/>
                  <a:pt x="296" y="319"/>
                  <a:pt x="301" y="304"/>
                </a:cubicBezTo>
                <a:lnTo>
                  <a:pt x="310" y="283"/>
                </a:lnTo>
                <a:cubicBezTo>
                  <a:pt x="312" y="281"/>
                  <a:pt x="317" y="281"/>
                  <a:pt x="324" y="281"/>
                </a:cubicBezTo>
                <a:lnTo>
                  <a:pt x="327" y="281"/>
                </a:lnTo>
                <a:cubicBezTo>
                  <a:pt x="337" y="281"/>
                  <a:pt x="342" y="283"/>
                  <a:pt x="342" y="289"/>
                </a:cubicBezTo>
                <a:cubicBezTo>
                  <a:pt x="342" y="292"/>
                  <a:pt x="341" y="296"/>
                  <a:pt x="339" y="301"/>
                </a:cubicBezTo>
                <a:cubicBezTo>
                  <a:pt x="328" y="333"/>
                  <a:pt x="310" y="359"/>
                  <a:pt x="284" y="377"/>
                </a:cubicBezTo>
                <a:cubicBezTo>
                  <a:pt x="258" y="396"/>
                  <a:pt x="229" y="406"/>
                  <a:pt x="197" y="406"/>
                </a:cubicBezTo>
                <a:cubicBezTo>
                  <a:pt x="141" y="406"/>
                  <a:pt x="94" y="385"/>
                  <a:pt x="56" y="345"/>
                </a:cubicBezTo>
                <a:cubicBezTo>
                  <a:pt x="19" y="304"/>
                  <a:pt x="1" y="257"/>
                  <a:pt x="0" y="204"/>
                </a:cubicBezTo>
                <a:moveTo>
                  <a:pt x="270" y="154"/>
                </a:moveTo>
                <a:cubicBezTo>
                  <a:pt x="263" y="78"/>
                  <a:pt x="235" y="39"/>
                  <a:pt x="186" y="34"/>
                </a:cubicBezTo>
                <a:lnTo>
                  <a:pt x="184" y="34"/>
                </a:lnTo>
                <a:cubicBezTo>
                  <a:pt x="180" y="34"/>
                  <a:pt x="175" y="34"/>
                  <a:pt x="170" y="35"/>
                </a:cubicBezTo>
                <a:cubicBezTo>
                  <a:pt x="166" y="35"/>
                  <a:pt x="158" y="38"/>
                  <a:pt x="148" y="42"/>
                </a:cubicBezTo>
                <a:cubicBezTo>
                  <a:pt x="138" y="46"/>
                  <a:pt x="130" y="52"/>
                  <a:pt x="123" y="60"/>
                </a:cubicBezTo>
                <a:cubicBezTo>
                  <a:pt x="116" y="69"/>
                  <a:pt x="109" y="81"/>
                  <a:pt x="102" y="96"/>
                </a:cubicBezTo>
                <a:cubicBezTo>
                  <a:pt x="96" y="112"/>
                  <a:pt x="91" y="132"/>
                  <a:pt x="88" y="155"/>
                </a:cubicBezTo>
                <a:lnTo>
                  <a:pt x="88" y="161"/>
                </a:lnTo>
                <a:lnTo>
                  <a:pt x="270" y="161"/>
                </a:lnTo>
                <a:lnTo>
                  <a:pt x="270" y="15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1" name=""/>
          <p:cNvSpPr/>
          <p:nvPr/>
        </p:nvSpPr>
        <p:spPr>
          <a:xfrm>
            <a:off x="8612280" y="5311080"/>
            <a:ext cx="160560" cy="137160"/>
          </a:xfrm>
          <a:custGeom>
            <a:avLst/>
            <a:gdLst/>
            <a:ahLst/>
            <a:rect l="0" t="0" r="r" b="b"/>
            <a:pathLst>
              <a:path w="446" h="381">
                <a:moveTo>
                  <a:pt x="168" y="381"/>
                </a:moveTo>
                <a:cubicBezTo>
                  <a:pt x="161" y="379"/>
                  <a:pt x="132" y="378"/>
                  <a:pt x="80" y="378"/>
                </a:cubicBezTo>
                <a:cubicBezTo>
                  <a:pt x="36" y="378"/>
                  <a:pt x="11" y="379"/>
                  <a:pt x="6" y="381"/>
                </a:cubicBezTo>
                <a:lnTo>
                  <a:pt x="0" y="381"/>
                </a:lnTo>
                <a:lnTo>
                  <a:pt x="0" y="340"/>
                </a:lnTo>
                <a:lnTo>
                  <a:pt x="13" y="340"/>
                </a:lnTo>
                <a:cubicBezTo>
                  <a:pt x="26" y="340"/>
                  <a:pt x="38" y="338"/>
                  <a:pt x="50" y="335"/>
                </a:cubicBezTo>
                <a:cubicBezTo>
                  <a:pt x="61" y="332"/>
                  <a:pt x="69" y="330"/>
                  <a:pt x="75" y="327"/>
                </a:cubicBezTo>
                <a:cubicBezTo>
                  <a:pt x="81" y="325"/>
                  <a:pt x="88" y="320"/>
                  <a:pt x="97" y="312"/>
                </a:cubicBezTo>
                <a:cubicBezTo>
                  <a:pt x="106" y="305"/>
                  <a:pt x="111" y="299"/>
                  <a:pt x="113" y="296"/>
                </a:cubicBezTo>
                <a:cubicBezTo>
                  <a:pt x="115" y="293"/>
                  <a:pt x="121" y="286"/>
                  <a:pt x="132" y="273"/>
                </a:cubicBezTo>
                <a:cubicBezTo>
                  <a:pt x="142" y="261"/>
                  <a:pt x="148" y="253"/>
                  <a:pt x="149" y="249"/>
                </a:cubicBezTo>
                <a:lnTo>
                  <a:pt x="190" y="195"/>
                </a:lnTo>
                <a:lnTo>
                  <a:pt x="139" y="126"/>
                </a:lnTo>
                <a:cubicBezTo>
                  <a:pt x="133" y="119"/>
                  <a:pt x="128" y="111"/>
                  <a:pt x="122" y="102"/>
                </a:cubicBezTo>
                <a:cubicBezTo>
                  <a:pt x="116" y="94"/>
                  <a:pt x="111" y="88"/>
                  <a:pt x="108" y="84"/>
                </a:cubicBezTo>
                <a:cubicBezTo>
                  <a:pt x="104" y="80"/>
                  <a:pt x="101" y="75"/>
                  <a:pt x="98" y="71"/>
                </a:cubicBezTo>
                <a:cubicBezTo>
                  <a:pt x="95" y="66"/>
                  <a:pt x="92" y="62"/>
                  <a:pt x="90" y="60"/>
                </a:cubicBezTo>
                <a:cubicBezTo>
                  <a:pt x="88" y="58"/>
                  <a:pt x="86" y="56"/>
                  <a:pt x="85" y="54"/>
                </a:cubicBezTo>
                <a:cubicBezTo>
                  <a:pt x="84" y="52"/>
                  <a:pt x="82" y="50"/>
                  <a:pt x="79" y="49"/>
                </a:cubicBezTo>
                <a:cubicBezTo>
                  <a:pt x="76" y="47"/>
                  <a:pt x="74" y="46"/>
                  <a:pt x="73" y="46"/>
                </a:cubicBezTo>
                <a:cubicBezTo>
                  <a:pt x="73" y="46"/>
                  <a:pt x="71" y="45"/>
                  <a:pt x="68" y="44"/>
                </a:cubicBezTo>
                <a:cubicBezTo>
                  <a:pt x="65" y="43"/>
                  <a:pt x="63" y="43"/>
                  <a:pt x="61" y="43"/>
                </a:cubicBezTo>
                <a:cubicBezTo>
                  <a:pt x="58" y="43"/>
                  <a:pt x="47" y="42"/>
                  <a:pt x="29" y="41"/>
                </a:cubicBezTo>
                <a:lnTo>
                  <a:pt x="5" y="41"/>
                </a:lnTo>
                <a:lnTo>
                  <a:pt x="5" y="0"/>
                </a:lnTo>
                <a:lnTo>
                  <a:pt x="11" y="0"/>
                </a:lnTo>
                <a:cubicBezTo>
                  <a:pt x="32" y="1"/>
                  <a:pt x="62" y="2"/>
                  <a:pt x="102" y="2"/>
                </a:cubicBezTo>
                <a:cubicBezTo>
                  <a:pt x="156" y="2"/>
                  <a:pt x="186" y="1"/>
                  <a:pt x="192" y="0"/>
                </a:cubicBezTo>
                <a:lnTo>
                  <a:pt x="199" y="0"/>
                </a:lnTo>
                <a:lnTo>
                  <a:pt x="199" y="41"/>
                </a:lnTo>
                <a:cubicBezTo>
                  <a:pt x="178" y="43"/>
                  <a:pt x="168" y="48"/>
                  <a:pt x="168" y="55"/>
                </a:cubicBezTo>
                <a:cubicBezTo>
                  <a:pt x="168" y="56"/>
                  <a:pt x="171" y="61"/>
                  <a:pt x="176" y="69"/>
                </a:cubicBezTo>
                <a:cubicBezTo>
                  <a:pt x="182" y="77"/>
                  <a:pt x="191" y="88"/>
                  <a:pt x="201" y="102"/>
                </a:cubicBezTo>
                <a:cubicBezTo>
                  <a:pt x="212" y="117"/>
                  <a:pt x="220" y="129"/>
                  <a:pt x="227" y="139"/>
                </a:cubicBezTo>
                <a:lnTo>
                  <a:pt x="230" y="142"/>
                </a:lnTo>
                <a:lnTo>
                  <a:pt x="252" y="112"/>
                </a:lnTo>
                <a:cubicBezTo>
                  <a:pt x="271" y="88"/>
                  <a:pt x="281" y="72"/>
                  <a:pt x="281" y="65"/>
                </a:cubicBezTo>
                <a:cubicBezTo>
                  <a:pt x="281" y="61"/>
                  <a:pt x="281" y="58"/>
                  <a:pt x="280" y="55"/>
                </a:cubicBezTo>
                <a:cubicBezTo>
                  <a:pt x="278" y="52"/>
                  <a:pt x="277" y="50"/>
                  <a:pt x="274" y="49"/>
                </a:cubicBezTo>
                <a:cubicBezTo>
                  <a:pt x="272" y="48"/>
                  <a:pt x="271" y="46"/>
                  <a:pt x="270" y="45"/>
                </a:cubicBezTo>
                <a:cubicBezTo>
                  <a:pt x="269" y="44"/>
                  <a:pt x="267" y="43"/>
                  <a:pt x="264" y="42"/>
                </a:cubicBezTo>
                <a:lnTo>
                  <a:pt x="261" y="41"/>
                </a:lnTo>
                <a:lnTo>
                  <a:pt x="257" y="41"/>
                </a:lnTo>
                <a:lnTo>
                  <a:pt x="257" y="0"/>
                </a:lnTo>
                <a:lnTo>
                  <a:pt x="263" y="0"/>
                </a:lnTo>
                <a:cubicBezTo>
                  <a:pt x="272" y="2"/>
                  <a:pt x="302" y="3"/>
                  <a:pt x="351" y="3"/>
                </a:cubicBezTo>
                <a:cubicBezTo>
                  <a:pt x="397" y="3"/>
                  <a:pt x="422" y="2"/>
                  <a:pt x="426" y="0"/>
                </a:cubicBezTo>
                <a:lnTo>
                  <a:pt x="431" y="0"/>
                </a:lnTo>
                <a:lnTo>
                  <a:pt x="431" y="41"/>
                </a:lnTo>
                <a:lnTo>
                  <a:pt x="425" y="41"/>
                </a:lnTo>
                <a:cubicBezTo>
                  <a:pt x="396" y="41"/>
                  <a:pt x="372" y="46"/>
                  <a:pt x="354" y="56"/>
                </a:cubicBezTo>
                <a:cubicBezTo>
                  <a:pt x="344" y="60"/>
                  <a:pt x="334" y="68"/>
                  <a:pt x="324" y="80"/>
                </a:cubicBezTo>
                <a:cubicBezTo>
                  <a:pt x="314" y="91"/>
                  <a:pt x="295" y="115"/>
                  <a:pt x="265" y="154"/>
                </a:cubicBezTo>
                <a:lnTo>
                  <a:pt x="251" y="172"/>
                </a:lnTo>
                <a:lnTo>
                  <a:pt x="307" y="248"/>
                </a:lnTo>
                <a:cubicBezTo>
                  <a:pt x="346" y="301"/>
                  <a:pt x="367" y="328"/>
                  <a:pt x="370" y="331"/>
                </a:cubicBezTo>
                <a:cubicBezTo>
                  <a:pt x="372" y="333"/>
                  <a:pt x="377" y="335"/>
                  <a:pt x="384" y="337"/>
                </a:cubicBezTo>
                <a:cubicBezTo>
                  <a:pt x="395" y="339"/>
                  <a:pt x="411" y="340"/>
                  <a:pt x="431" y="340"/>
                </a:cubicBezTo>
                <a:lnTo>
                  <a:pt x="446" y="340"/>
                </a:lnTo>
                <a:lnTo>
                  <a:pt x="446" y="381"/>
                </a:lnTo>
                <a:lnTo>
                  <a:pt x="441" y="381"/>
                </a:lnTo>
                <a:lnTo>
                  <a:pt x="434" y="381"/>
                </a:lnTo>
                <a:cubicBezTo>
                  <a:pt x="429" y="380"/>
                  <a:pt x="423" y="380"/>
                  <a:pt x="416" y="380"/>
                </a:cubicBezTo>
                <a:cubicBezTo>
                  <a:pt x="409" y="380"/>
                  <a:pt x="402" y="380"/>
                  <a:pt x="394" y="379"/>
                </a:cubicBezTo>
                <a:cubicBezTo>
                  <a:pt x="387" y="379"/>
                  <a:pt x="379" y="379"/>
                  <a:pt x="372" y="379"/>
                </a:cubicBezTo>
                <a:cubicBezTo>
                  <a:pt x="365" y="380"/>
                  <a:pt x="360" y="379"/>
                  <a:pt x="356" y="378"/>
                </a:cubicBezTo>
                <a:cubicBezTo>
                  <a:pt x="350" y="378"/>
                  <a:pt x="339" y="378"/>
                  <a:pt x="324" y="378"/>
                </a:cubicBezTo>
                <a:cubicBezTo>
                  <a:pt x="308" y="378"/>
                  <a:pt x="294" y="379"/>
                  <a:pt x="280" y="380"/>
                </a:cubicBezTo>
                <a:lnTo>
                  <a:pt x="258" y="381"/>
                </a:lnTo>
                <a:lnTo>
                  <a:pt x="250" y="381"/>
                </a:lnTo>
                <a:lnTo>
                  <a:pt x="250" y="340"/>
                </a:lnTo>
                <a:lnTo>
                  <a:pt x="253" y="340"/>
                </a:lnTo>
                <a:cubicBezTo>
                  <a:pt x="260" y="340"/>
                  <a:pt x="266" y="339"/>
                  <a:pt x="272" y="336"/>
                </a:cubicBezTo>
                <a:cubicBezTo>
                  <a:pt x="280" y="333"/>
                  <a:pt x="283" y="330"/>
                  <a:pt x="283" y="325"/>
                </a:cubicBezTo>
                <a:cubicBezTo>
                  <a:pt x="283" y="324"/>
                  <a:pt x="270" y="308"/>
                  <a:pt x="247" y="275"/>
                </a:cubicBezTo>
                <a:lnTo>
                  <a:pt x="211" y="227"/>
                </a:lnTo>
                <a:cubicBezTo>
                  <a:pt x="210" y="227"/>
                  <a:pt x="201" y="240"/>
                  <a:pt x="184" y="264"/>
                </a:cubicBezTo>
                <a:cubicBezTo>
                  <a:pt x="166" y="288"/>
                  <a:pt x="156" y="301"/>
                  <a:pt x="154" y="303"/>
                </a:cubicBezTo>
                <a:cubicBezTo>
                  <a:pt x="151" y="306"/>
                  <a:pt x="150" y="310"/>
                  <a:pt x="150" y="316"/>
                </a:cubicBezTo>
                <a:cubicBezTo>
                  <a:pt x="150" y="322"/>
                  <a:pt x="152" y="328"/>
                  <a:pt x="156" y="332"/>
                </a:cubicBezTo>
                <a:cubicBezTo>
                  <a:pt x="160" y="337"/>
                  <a:pt x="166" y="340"/>
                  <a:pt x="172" y="340"/>
                </a:cubicBezTo>
                <a:cubicBezTo>
                  <a:pt x="173" y="340"/>
                  <a:pt x="174" y="347"/>
                  <a:pt x="174" y="361"/>
                </a:cubicBezTo>
                <a:lnTo>
                  <a:pt x="174" y="381"/>
                </a:lnTo>
                <a:lnTo>
                  <a:pt x="168" y="38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2" name=""/>
          <p:cNvSpPr/>
          <p:nvPr/>
        </p:nvSpPr>
        <p:spPr>
          <a:xfrm>
            <a:off x="8782560" y="5307480"/>
            <a:ext cx="159840" cy="202320"/>
          </a:xfrm>
          <a:custGeom>
            <a:avLst/>
            <a:gdLst/>
            <a:ahLst/>
            <a:rect l="0" t="0" r="r" b="b"/>
            <a:pathLst>
              <a:path w="444" h="562">
                <a:moveTo>
                  <a:pt x="14" y="521"/>
                </a:moveTo>
                <a:lnTo>
                  <a:pt x="27" y="521"/>
                </a:lnTo>
                <a:cubicBezTo>
                  <a:pt x="50" y="521"/>
                  <a:pt x="63" y="517"/>
                  <a:pt x="68" y="509"/>
                </a:cubicBezTo>
                <a:lnTo>
                  <a:pt x="68" y="502"/>
                </a:lnTo>
                <a:cubicBezTo>
                  <a:pt x="68" y="498"/>
                  <a:pt x="68" y="492"/>
                  <a:pt x="68" y="485"/>
                </a:cubicBezTo>
                <a:cubicBezTo>
                  <a:pt x="68" y="478"/>
                  <a:pt x="68" y="469"/>
                  <a:pt x="68" y="459"/>
                </a:cubicBezTo>
                <a:cubicBezTo>
                  <a:pt x="68" y="448"/>
                  <a:pt x="68" y="437"/>
                  <a:pt x="69" y="424"/>
                </a:cubicBezTo>
                <a:cubicBezTo>
                  <a:pt x="70" y="412"/>
                  <a:pt x="70" y="399"/>
                  <a:pt x="69" y="386"/>
                </a:cubicBezTo>
                <a:cubicBezTo>
                  <a:pt x="68" y="372"/>
                  <a:pt x="68" y="358"/>
                  <a:pt x="69" y="342"/>
                </a:cubicBezTo>
                <a:cubicBezTo>
                  <a:pt x="70" y="327"/>
                  <a:pt x="70" y="312"/>
                  <a:pt x="69" y="298"/>
                </a:cubicBezTo>
                <a:cubicBezTo>
                  <a:pt x="69" y="278"/>
                  <a:pt x="69" y="257"/>
                  <a:pt x="69" y="235"/>
                </a:cubicBezTo>
                <a:cubicBezTo>
                  <a:pt x="69" y="213"/>
                  <a:pt x="69" y="194"/>
                  <a:pt x="69" y="177"/>
                </a:cubicBezTo>
                <a:cubicBezTo>
                  <a:pt x="69" y="160"/>
                  <a:pt x="69" y="144"/>
                  <a:pt x="69" y="130"/>
                </a:cubicBezTo>
                <a:cubicBezTo>
                  <a:pt x="69" y="116"/>
                  <a:pt x="69" y="105"/>
                  <a:pt x="68" y="95"/>
                </a:cubicBezTo>
                <a:cubicBezTo>
                  <a:pt x="68" y="86"/>
                  <a:pt x="68" y="81"/>
                  <a:pt x="68" y="81"/>
                </a:cubicBezTo>
                <a:cubicBezTo>
                  <a:pt x="66" y="70"/>
                  <a:pt x="62" y="62"/>
                  <a:pt x="56" y="59"/>
                </a:cubicBezTo>
                <a:cubicBezTo>
                  <a:pt x="49" y="55"/>
                  <a:pt x="36" y="53"/>
                  <a:pt x="16" y="51"/>
                </a:cubicBezTo>
                <a:lnTo>
                  <a:pt x="0" y="51"/>
                </a:lnTo>
                <a:lnTo>
                  <a:pt x="0" y="31"/>
                </a:lnTo>
                <a:cubicBezTo>
                  <a:pt x="0" y="17"/>
                  <a:pt x="1" y="10"/>
                  <a:pt x="2" y="10"/>
                </a:cubicBezTo>
                <a:lnTo>
                  <a:pt x="11" y="9"/>
                </a:lnTo>
                <a:cubicBezTo>
                  <a:pt x="17" y="9"/>
                  <a:pt x="25" y="8"/>
                  <a:pt x="36" y="8"/>
                </a:cubicBezTo>
                <a:cubicBezTo>
                  <a:pt x="48" y="7"/>
                  <a:pt x="58" y="6"/>
                  <a:pt x="69" y="6"/>
                </a:cubicBezTo>
                <a:cubicBezTo>
                  <a:pt x="79" y="5"/>
                  <a:pt x="90" y="5"/>
                  <a:pt x="102" y="4"/>
                </a:cubicBezTo>
                <a:cubicBezTo>
                  <a:pt x="113" y="3"/>
                  <a:pt x="122" y="3"/>
                  <a:pt x="128" y="1"/>
                </a:cubicBezTo>
                <a:cubicBezTo>
                  <a:pt x="134" y="0"/>
                  <a:pt x="138" y="0"/>
                  <a:pt x="139" y="1"/>
                </a:cubicBezTo>
                <a:lnTo>
                  <a:pt x="141" y="1"/>
                </a:lnTo>
                <a:lnTo>
                  <a:pt x="141" y="23"/>
                </a:lnTo>
                <a:lnTo>
                  <a:pt x="142" y="46"/>
                </a:lnTo>
                <a:lnTo>
                  <a:pt x="149" y="40"/>
                </a:lnTo>
                <a:cubicBezTo>
                  <a:pt x="184" y="14"/>
                  <a:pt x="225" y="1"/>
                  <a:pt x="271" y="1"/>
                </a:cubicBezTo>
                <a:cubicBezTo>
                  <a:pt x="319" y="1"/>
                  <a:pt x="359" y="20"/>
                  <a:pt x="393" y="58"/>
                </a:cubicBezTo>
                <a:cubicBezTo>
                  <a:pt x="426" y="95"/>
                  <a:pt x="443" y="144"/>
                  <a:pt x="444" y="201"/>
                </a:cubicBezTo>
                <a:cubicBezTo>
                  <a:pt x="444" y="260"/>
                  <a:pt x="425" y="308"/>
                  <a:pt x="386" y="345"/>
                </a:cubicBezTo>
                <a:cubicBezTo>
                  <a:pt x="348" y="382"/>
                  <a:pt x="305" y="401"/>
                  <a:pt x="257" y="401"/>
                </a:cubicBezTo>
                <a:cubicBezTo>
                  <a:pt x="217" y="401"/>
                  <a:pt x="182" y="388"/>
                  <a:pt x="151" y="362"/>
                </a:cubicBezTo>
                <a:lnTo>
                  <a:pt x="144" y="356"/>
                </a:lnTo>
                <a:lnTo>
                  <a:pt x="144" y="431"/>
                </a:lnTo>
                <a:lnTo>
                  <a:pt x="144" y="480"/>
                </a:lnTo>
                <a:cubicBezTo>
                  <a:pt x="144" y="496"/>
                  <a:pt x="145" y="505"/>
                  <a:pt x="146" y="509"/>
                </a:cubicBezTo>
                <a:cubicBezTo>
                  <a:pt x="147" y="513"/>
                  <a:pt x="150" y="516"/>
                  <a:pt x="156" y="519"/>
                </a:cubicBezTo>
                <a:cubicBezTo>
                  <a:pt x="168" y="520"/>
                  <a:pt x="182" y="521"/>
                  <a:pt x="199" y="521"/>
                </a:cubicBezTo>
                <a:lnTo>
                  <a:pt x="213" y="521"/>
                </a:lnTo>
                <a:lnTo>
                  <a:pt x="213" y="562"/>
                </a:lnTo>
                <a:lnTo>
                  <a:pt x="206" y="562"/>
                </a:lnTo>
                <a:lnTo>
                  <a:pt x="185" y="561"/>
                </a:lnTo>
                <a:cubicBezTo>
                  <a:pt x="171" y="560"/>
                  <a:pt x="156" y="560"/>
                  <a:pt x="141" y="560"/>
                </a:cubicBezTo>
                <a:cubicBezTo>
                  <a:pt x="124" y="560"/>
                  <a:pt x="113" y="560"/>
                  <a:pt x="106" y="559"/>
                </a:cubicBezTo>
                <a:cubicBezTo>
                  <a:pt x="46" y="559"/>
                  <a:pt x="13" y="560"/>
                  <a:pt x="7" y="562"/>
                </a:cubicBezTo>
                <a:lnTo>
                  <a:pt x="0" y="562"/>
                </a:lnTo>
                <a:lnTo>
                  <a:pt x="0" y="521"/>
                </a:lnTo>
                <a:lnTo>
                  <a:pt x="14" y="521"/>
                </a:lnTo>
                <a:moveTo>
                  <a:pt x="357" y="199"/>
                </a:moveTo>
                <a:cubicBezTo>
                  <a:pt x="357" y="155"/>
                  <a:pt x="347" y="118"/>
                  <a:pt x="327" y="84"/>
                </a:cubicBezTo>
                <a:cubicBezTo>
                  <a:pt x="307" y="52"/>
                  <a:pt x="282" y="36"/>
                  <a:pt x="252" y="36"/>
                </a:cubicBezTo>
                <a:cubicBezTo>
                  <a:pt x="211" y="36"/>
                  <a:pt x="175" y="55"/>
                  <a:pt x="144" y="93"/>
                </a:cubicBezTo>
                <a:lnTo>
                  <a:pt x="144" y="305"/>
                </a:lnTo>
                <a:cubicBezTo>
                  <a:pt x="168" y="347"/>
                  <a:pt x="200" y="368"/>
                  <a:pt x="243" y="368"/>
                </a:cubicBezTo>
                <a:cubicBezTo>
                  <a:pt x="273" y="368"/>
                  <a:pt x="299" y="352"/>
                  <a:pt x="322" y="320"/>
                </a:cubicBezTo>
                <a:cubicBezTo>
                  <a:pt x="345" y="289"/>
                  <a:pt x="357" y="248"/>
                  <a:pt x="357" y="19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3" name=""/>
          <p:cNvSpPr/>
          <p:nvPr/>
        </p:nvSpPr>
        <p:spPr>
          <a:xfrm>
            <a:off x="8982360" y="5209920"/>
            <a:ext cx="76320" cy="317520"/>
          </a:xfrm>
          <a:custGeom>
            <a:avLst/>
            <a:gdLst/>
            <a:ahLst/>
            <a:rect l="0" t="0" r="r" b="b"/>
            <a:pathLst>
              <a:path w="212" h="882">
                <a:moveTo>
                  <a:pt x="0" y="442"/>
                </a:moveTo>
                <a:cubicBezTo>
                  <a:pt x="0" y="401"/>
                  <a:pt x="3" y="363"/>
                  <a:pt x="9" y="326"/>
                </a:cubicBezTo>
                <a:cubicBezTo>
                  <a:pt x="15" y="290"/>
                  <a:pt x="22" y="258"/>
                  <a:pt x="29" y="232"/>
                </a:cubicBezTo>
                <a:cubicBezTo>
                  <a:pt x="37" y="206"/>
                  <a:pt x="48" y="180"/>
                  <a:pt x="62" y="154"/>
                </a:cubicBezTo>
                <a:cubicBezTo>
                  <a:pt x="76" y="129"/>
                  <a:pt x="87" y="110"/>
                  <a:pt x="96" y="95"/>
                </a:cubicBezTo>
                <a:cubicBezTo>
                  <a:pt x="104" y="81"/>
                  <a:pt x="116" y="66"/>
                  <a:pt x="133" y="50"/>
                </a:cubicBezTo>
                <a:cubicBezTo>
                  <a:pt x="150" y="32"/>
                  <a:pt x="160" y="22"/>
                  <a:pt x="163" y="19"/>
                </a:cubicBezTo>
                <a:cubicBezTo>
                  <a:pt x="166" y="15"/>
                  <a:pt x="173" y="9"/>
                  <a:pt x="185" y="0"/>
                </a:cubicBezTo>
                <a:lnTo>
                  <a:pt x="196" y="0"/>
                </a:lnTo>
                <a:lnTo>
                  <a:pt x="200" y="0"/>
                </a:lnTo>
                <a:cubicBezTo>
                  <a:pt x="208" y="0"/>
                  <a:pt x="212" y="3"/>
                  <a:pt x="212" y="8"/>
                </a:cubicBezTo>
                <a:cubicBezTo>
                  <a:pt x="212" y="10"/>
                  <a:pt x="207" y="16"/>
                  <a:pt x="197" y="27"/>
                </a:cubicBezTo>
                <a:cubicBezTo>
                  <a:pt x="187" y="37"/>
                  <a:pt x="175" y="54"/>
                  <a:pt x="161" y="74"/>
                </a:cubicBezTo>
                <a:cubicBezTo>
                  <a:pt x="147" y="95"/>
                  <a:pt x="131" y="120"/>
                  <a:pt x="117" y="150"/>
                </a:cubicBezTo>
                <a:cubicBezTo>
                  <a:pt x="102" y="180"/>
                  <a:pt x="90" y="221"/>
                  <a:pt x="80" y="272"/>
                </a:cubicBezTo>
                <a:cubicBezTo>
                  <a:pt x="70" y="323"/>
                  <a:pt x="65" y="379"/>
                  <a:pt x="65" y="442"/>
                </a:cubicBezTo>
                <a:cubicBezTo>
                  <a:pt x="65" y="504"/>
                  <a:pt x="70" y="560"/>
                  <a:pt x="80" y="611"/>
                </a:cubicBezTo>
                <a:cubicBezTo>
                  <a:pt x="90" y="661"/>
                  <a:pt x="102" y="702"/>
                  <a:pt x="116" y="733"/>
                </a:cubicBezTo>
                <a:cubicBezTo>
                  <a:pt x="130" y="764"/>
                  <a:pt x="145" y="790"/>
                  <a:pt x="160" y="809"/>
                </a:cubicBezTo>
                <a:cubicBezTo>
                  <a:pt x="175" y="828"/>
                  <a:pt x="187" y="844"/>
                  <a:pt x="197" y="856"/>
                </a:cubicBezTo>
                <a:cubicBezTo>
                  <a:pt x="207" y="868"/>
                  <a:pt x="212" y="874"/>
                  <a:pt x="212" y="874"/>
                </a:cubicBezTo>
                <a:cubicBezTo>
                  <a:pt x="212" y="880"/>
                  <a:pt x="208" y="882"/>
                  <a:pt x="199" y="882"/>
                </a:cubicBezTo>
                <a:lnTo>
                  <a:pt x="196" y="882"/>
                </a:lnTo>
                <a:lnTo>
                  <a:pt x="185" y="882"/>
                </a:lnTo>
                <a:lnTo>
                  <a:pt x="160" y="861"/>
                </a:lnTo>
                <a:cubicBezTo>
                  <a:pt x="104" y="811"/>
                  <a:pt x="64" y="749"/>
                  <a:pt x="38" y="674"/>
                </a:cubicBezTo>
                <a:cubicBezTo>
                  <a:pt x="13" y="600"/>
                  <a:pt x="0" y="522"/>
                  <a:pt x="0" y="44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4" name=""/>
          <p:cNvSpPr/>
          <p:nvPr/>
        </p:nvSpPr>
        <p:spPr>
          <a:xfrm>
            <a:off x="9102600" y="5362200"/>
            <a:ext cx="194040" cy="12960"/>
          </a:xfrm>
          <a:custGeom>
            <a:avLst/>
            <a:gdLst/>
            <a:ahLst/>
            <a:rect l="0" t="0" r="r" b="b"/>
            <a:pathLst>
              <a:path w="539" h="36">
                <a:moveTo>
                  <a:pt x="13" y="0"/>
                </a:moveTo>
                <a:lnTo>
                  <a:pt x="525" y="0"/>
                </a:lnTo>
                <a:cubicBezTo>
                  <a:pt x="534" y="5"/>
                  <a:pt x="539" y="11"/>
                  <a:pt x="539" y="18"/>
                </a:cubicBezTo>
                <a:cubicBezTo>
                  <a:pt x="539" y="25"/>
                  <a:pt x="534" y="31"/>
                  <a:pt x="525" y="36"/>
                </a:cubicBezTo>
                <a:lnTo>
                  <a:pt x="13" y="36"/>
                </a:lnTo>
                <a:cubicBezTo>
                  <a:pt x="4" y="31"/>
                  <a:pt x="0" y="25"/>
                  <a:pt x="0" y="18"/>
                </a:cubicBezTo>
                <a:cubicBezTo>
                  <a:pt x="0" y="10"/>
                  <a:pt x="4" y="4"/>
                  <a:pt x="13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5" name=""/>
          <p:cNvSpPr/>
          <p:nvPr/>
        </p:nvSpPr>
        <p:spPr>
          <a:xfrm>
            <a:off x="9337320" y="5220720"/>
            <a:ext cx="235080" cy="227520"/>
          </a:xfrm>
          <a:custGeom>
            <a:avLst/>
            <a:gdLst/>
            <a:ahLst/>
            <a:rect l="0" t="0" r="r" b="b"/>
            <a:pathLst>
              <a:path w="653" h="632">
                <a:moveTo>
                  <a:pt x="5" y="632"/>
                </a:moveTo>
                <a:cubicBezTo>
                  <a:pt x="2" y="630"/>
                  <a:pt x="0" y="628"/>
                  <a:pt x="0" y="626"/>
                </a:cubicBezTo>
                <a:cubicBezTo>
                  <a:pt x="0" y="625"/>
                  <a:pt x="50" y="522"/>
                  <a:pt x="149" y="317"/>
                </a:cubicBezTo>
                <a:cubicBezTo>
                  <a:pt x="248" y="112"/>
                  <a:pt x="299" y="9"/>
                  <a:pt x="301" y="6"/>
                </a:cubicBezTo>
                <a:cubicBezTo>
                  <a:pt x="303" y="2"/>
                  <a:pt x="311" y="0"/>
                  <a:pt x="326" y="0"/>
                </a:cubicBezTo>
                <a:cubicBezTo>
                  <a:pt x="340" y="0"/>
                  <a:pt x="348" y="2"/>
                  <a:pt x="351" y="6"/>
                </a:cubicBezTo>
                <a:cubicBezTo>
                  <a:pt x="353" y="9"/>
                  <a:pt x="403" y="112"/>
                  <a:pt x="503" y="317"/>
                </a:cubicBezTo>
                <a:cubicBezTo>
                  <a:pt x="603" y="522"/>
                  <a:pt x="653" y="625"/>
                  <a:pt x="653" y="626"/>
                </a:cubicBezTo>
                <a:cubicBezTo>
                  <a:pt x="653" y="628"/>
                  <a:pt x="652" y="630"/>
                  <a:pt x="649" y="632"/>
                </a:cubicBezTo>
                <a:lnTo>
                  <a:pt x="5" y="632"/>
                </a:lnTo>
                <a:moveTo>
                  <a:pt x="406" y="329"/>
                </a:moveTo>
                <a:lnTo>
                  <a:pt x="298" y="106"/>
                </a:lnTo>
                <a:lnTo>
                  <a:pt x="80" y="551"/>
                </a:lnTo>
                <a:lnTo>
                  <a:pt x="297" y="552"/>
                </a:lnTo>
                <a:lnTo>
                  <a:pt x="516" y="552"/>
                </a:lnTo>
                <a:cubicBezTo>
                  <a:pt x="516" y="551"/>
                  <a:pt x="480" y="476"/>
                  <a:pt x="406" y="32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6" name=""/>
          <p:cNvSpPr/>
          <p:nvPr/>
        </p:nvSpPr>
        <p:spPr>
          <a:xfrm>
            <a:off x="9596880" y="5232240"/>
            <a:ext cx="232920" cy="216000"/>
          </a:xfrm>
          <a:custGeom>
            <a:avLst/>
            <a:gdLst/>
            <a:ahLst/>
            <a:rect l="0" t="0" r="r" b="b"/>
            <a:pathLst>
              <a:path w="647" h="600">
                <a:moveTo>
                  <a:pt x="407" y="412"/>
                </a:moveTo>
                <a:cubicBezTo>
                  <a:pt x="395" y="412"/>
                  <a:pt x="389" y="408"/>
                  <a:pt x="389" y="401"/>
                </a:cubicBezTo>
                <a:cubicBezTo>
                  <a:pt x="389" y="398"/>
                  <a:pt x="391" y="391"/>
                  <a:pt x="394" y="380"/>
                </a:cubicBezTo>
                <a:cubicBezTo>
                  <a:pt x="397" y="368"/>
                  <a:pt x="398" y="358"/>
                  <a:pt x="398" y="349"/>
                </a:cubicBezTo>
                <a:cubicBezTo>
                  <a:pt x="398" y="331"/>
                  <a:pt x="392" y="319"/>
                  <a:pt x="380" y="315"/>
                </a:cubicBezTo>
                <a:cubicBezTo>
                  <a:pt x="367" y="311"/>
                  <a:pt x="339" y="309"/>
                  <a:pt x="294" y="309"/>
                </a:cubicBezTo>
                <a:lnTo>
                  <a:pt x="248" y="309"/>
                </a:lnTo>
                <a:cubicBezTo>
                  <a:pt x="248" y="310"/>
                  <a:pt x="238" y="351"/>
                  <a:pt x="218" y="431"/>
                </a:cubicBezTo>
                <a:cubicBezTo>
                  <a:pt x="198" y="511"/>
                  <a:pt x="188" y="552"/>
                  <a:pt x="188" y="554"/>
                </a:cubicBezTo>
                <a:cubicBezTo>
                  <a:pt x="188" y="556"/>
                  <a:pt x="191" y="558"/>
                  <a:pt x="197" y="558"/>
                </a:cubicBezTo>
                <a:cubicBezTo>
                  <a:pt x="204" y="558"/>
                  <a:pt x="227" y="558"/>
                  <a:pt x="268" y="559"/>
                </a:cubicBezTo>
                <a:cubicBezTo>
                  <a:pt x="323" y="559"/>
                  <a:pt x="359" y="559"/>
                  <a:pt x="377" y="558"/>
                </a:cubicBezTo>
                <a:cubicBezTo>
                  <a:pt x="395" y="556"/>
                  <a:pt x="412" y="553"/>
                  <a:pt x="430" y="546"/>
                </a:cubicBezTo>
                <a:cubicBezTo>
                  <a:pt x="459" y="537"/>
                  <a:pt x="482" y="520"/>
                  <a:pt x="501" y="497"/>
                </a:cubicBezTo>
                <a:cubicBezTo>
                  <a:pt x="520" y="473"/>
                  <a:pt x="541" y="435"/>
                  <a:pt x="564" y="381"/>
                </a:cubicBezTo>
                <a:cubicBezTo>
                  <a:pt x="570" y="369"/>
                  <a:pt x="573" y="361"/>
                  <a:pt x="575" y="360"/>
                </a:cubicBezTo>
                <a:cubicBezTo>
                  <a:pt x="579" y="359"/>
                  <a:pt x="584" y="359"/>
                  <a:pt x="588" y="359"/>
                </a:cubicBezTo>
                <a:cubicBezTo>
                  <a:pt x="600" y="359"/>
                  <a:pt x="606" y="362"/>
                  <a:pt x="606" y="370"/>
                </a:cubicBezTo>
                <a:cubicBezTo>
                  <a:pt x="544" y="519"/>
                  <a:pt x="512" y="595"/>
                  <a:pt x="509" y="598"/>
                </a:cubicBezTo>
                <a:cubicBezTo>
                  <a:pt x="507" y="599"/>
                  <a:pt x="423" y="600"/>
                  <a:pt x="257" y="600"/>
                </a:cubicBezTo>
                <a:lnTo>
                  <a:pt x="90" y="600"/>
                </a:lnTo>
                <a:cubicBezTo>
                  <a:pt x="30" y="600"/>
                  <a:pt x="0" y="597"/>
                  <a:pt x="0" y="590"/>
                </a:cubicBezTo>
                <a:cubicBezTo>
                  <a:pt x="0" y="589"/>
                  <a:pt x="1" y="585"/>
                  <a:pt x="2" y="578"/>
                </a:cubicBezTo>
                <a:cubicBezTo>
                  <a:pt x="5" y="569"/>
                  <a:pt x="7" y="563"/>
                  <a:pt x="10" y="562"/>
                </a:cubicBezTo>
                <a:cubicBezTo>
                  <a:pt x="12" y="561"/>
                  <a:pt x="19" y="560"/>
                  <a:pt x="30" y="559"/>
                </a:cubicBezTo>
                <a:cubicBezTo>
                  <a:pt x="46" y="559"/>
                  <a:pt x="63" y="559"/>
                  <a:pt x="83" y="557"/>
                </a:cubicBezTo>
                <a:cubicBezTo>
                  <a:pt x="91" y="555"/>
                  <a:pt x="96" y="551"/>
                  <a:pt x="99" y="546"/>
                </a:cubicBezTo>
                <a:cubicBezTo>
                  <a:pt x="101" y="543"/>
                  <a:pt x="122" y="461"/>
                  <a:pt x="163" y="299"/>
                </a:cubicBezTo>
                <a:cubicBezTo>
                  <a:pt x="203" y="136"/>
                  <a:pt x="224" y="53"/>
                  <a:pt x="225" y="51"/>
                </a:cubicBezTo>
                <a:cubicBezTo>
                  <a:pt x="225" y="47"/>
                  <a:pt x="223" y="45"/>
                  <a:pt x="221" y="45"/>
                </a:cubicBezTo>
                <a:cubicBezTo>
                  <a:pt x="216" y="43"/>
                  <a:pt x="201" y="42"/>
                  <a:pt x="174" y="40"/>
                </a:cubicBezTo>
                <a:lnTo>
                  <a:pt x="147" y="40"/>
                </a:lnTo>
                <a:cubicBezTo>
                  <a:pt x="144" y="37"/>
                  <a:pt x="142" y="35"/>
                  <a:pt x="142" y="33"/>
                </a:cubicBezTo>
                <a:cubicBezTo>
                  <a:pt x="142" y="32"/>
                  <a:pt x="142" y="27"/>
                  <a:pt x="144" y="18"/>
                </a:cubicBezTo>
                <a:cubicBezTo>
                  <a:pt x="146" y="8"/>
                  <a:pt x="149" y="2"/>
                  <a:pt x="152" y="0"/>
                </a:cubicBezTo>
                <a:lnTo>
                  <a:pt x="640" y="0"/>
                </a:lnTo>
                <a:cubicBezTo>
                  <a:pt x="645" y="2"/>
                  <a:pt x="647" y="5"/>
                  <a:pt x="647" y="10"/>
                </a:cubicBezTo>
                <a:cubicBezTo>
                  <a:pt x="647" y="13"/>
                  <a:pt x="643" y="45"/>
                  <a:pt x="635" y="108"/>
                </a:cubicBezTo>
                <a:cubicBezTo>
                  <a:pt x="627" y="172"/>
                  <a:pt x="623" y="204"/>
                  <a:pt x="623" y="206"/>
                </a:cubicBezTo>
                <a:cubicBezTo>
                  <a:pt x="622" y="210"/>
                  <a:pt x="616" y="212"/>
                  <a:pt x="605" y="212"/>
                </a:cubicBezTo>
                <a:lnTo>
                  <a:pt x="595" y="212"/>
                </a:lnTo>
                <a:cubicBezTo>
                  <a:pt x="590" y="209"/>
                  <a:pt x="588" y="206"/>
                  <a:pt x="588" y="201"/>
                </a:cubicBezTo>
                <a:lnTo>
                  <a:pt x="591" y="181"/>
                </a:lnTo>
                <a:cubicBezTo>
                  <a:pt x="593" y="167"/>
                  <a:pt x="594" y="151"/>
                  <a:pt x="594" y="134"/>
                </a:cubicBezTo>
                <a:cubicBezTo>
                  <a:pt x="594" y="116"/>
                  <a:pt x="592" y="101"/>
                  <a:pt x="588" y="90"/>
                </a:cubicBezTo>
                <a:cubicBezTo>
                  <a:pt x="583" y="78"/>
                  <a:pt x="578" y="69"/>
                  <a:pt x="571" y="62"/>
                </a:cubicBezTo>
                <a:cubicBezTo>
                  <a:pt x="564" y="56"/>
                  <a:pt x="553" y="51"/>
                  <a:pt x="540" y="48"/>
                </a:cubicBezTo>
                <a:cubicBezTo>
                  <a:pt x="526" y="45"/>
                  <a:pt x="513" y="43"/>
                  <a:pt x="499" y="42"/>
                </a:cubicBezTo>
                <a:cubicBezTo>
                  <a:pt x="484" y="41"/>
                  <a:pt x="466" y="40"/>
                  <a:pt x="442" y="40"/>
                </a:cubicBezTo>
                <a:lnTo>
                  <a:pt x="401" y="40"/>
                </a:lnTo>
                <a:cubicBezTo>
                  <a:pt x="349" y="41"/>
                  <a:pt x="322" y="42"/>
                  <a:pt x="319" y="43"/>
                </a:cubicBezTo>
                <a:cubicBezTo>
                  <a:pt x="317" y="44"/>
                  <a:pt x="315" y="47"/>
                  <a:pt x="314" y="51"/>
                </a:cubicBezTo>
                <a:cubicBezTo>
                  <a:pt x="313" y="53"/>
                  <a:pt x="304" y="89"/>
                  <a:pt x="286" y="160"/>
                </a:cubicBezTo>
                <a:cubicBezTo>
                  <a:pt x="269" y="231"/>
                  <a:pt x="260" y="267"/>
                  <a:pt x="259" y="268"/>
                </a:cubicBezTo>
                <a:cubicBezTo>
                  <a:pt x="272" y="268"/>
                  <a:pt x="287" y="269"/>
                  <a:pt x="301" y="269"/>
                </a:cubicBezTo>
                <a:lnTo>
                  <a:pt x="324" y="269"/>
                </a:lnTo>
                <a:cubicBezTo>
                  <a:pt x="363" y="269"/>
                  <a:pt x="390" y="264"/>
                  <a:pt x="404" y="255"/>
                </a:cubicBezTo>
                <a:cubicBezTo>
                  <a:pt x="419" y="247"/>
                  <a:pt x="432" y="223"/>
                  <a:pt x="444" y="184"/>
                </a:cubicBezTo>
                <a:cubicBezTo>
                  <a:pt x="446" y="175"/>
                  <a:pt x="448" y="169"/>
                  <a:pt x="449" y="168"/>
                </a:cubicBezTo>
                <a:cubicBezTo>
                  <a:pt x="450" y="167"/>
                  <a:pt x="455" y="166"/>
                  <a:pt x="464" y="166"/>
                </a:cubicBezTo>
                <a:cubicBezTo>
                  <a:pt x="467" y="166"/>
                  <a:pt x="470" y="166"/>
                  <a:pt x="471" y="166"/>
                </a:cubicBezTo>
                <a:cubicBezTo>
                  <a:pt x="473" y="166"/>
                  <a:pt x="474" y="166"/>
                  <a:pt x="476" y="167"/>
                </a:cubicBezTo>
                <a:cubicBezTo>
                  <a:pt x="477" y="167"/>
                  <a:pt x="477" y="167"/>
                  <a:pt x="477" y="167"/>
                </a:cubicBezTo>
                <a:cubicBezTo>
                  <a:pt x="477" y="167"/>
                  <a:pt x="478" y="169"/>
                  <a:pt x="479" y="171"/>
                </a:cubicBezTo>
                <a:cubicBezTo>
                  <a:pt x="480" y="173"/>
                  <a:pt x="481" y="174"/>
                  <a:pt x="482" y="174"/>
                </a:cubicBezTo>
                <a:lnTo>
                  <a:pt x="453" y="291"/>
                </a:lnTo>
                <a:cubicBezTo>
                  <a:pt x="433" y="369"/>
                  <a:pt x="423" y="408"/>
                  <a:pt x="421" y="410"/>
                </a:cubicBezTo>
                <a:cubicBezTo>
                  <a:pt x="419" y="411"/>
                  <a:pt x="415" y="412"/>
                  <a:pt x="407" y="41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7" name=""/>
          <p:cNvSpPr/>
          <p:nvPr/>
        </p:nvSpPr>
        <p:spPr>
          <a:xfrm>
            <a:off x="9847080" y="5209920"/>
            <a:ext cx="123480" cy="317520"/>
          </a:xfrm>
          <a:custGeom>
            <a:avLst/>
            <a:gdLst/>
            <a:ahLst/>
            <a:rect l="0" t="0" r="r" b="b"/>
            <a:pathLst>
              <a:path w="343" h="882">
                <a:moveTo>
                  <a:pt x="324" y="0"/>
                </a:moveTo>
                <a:cubicBezTo>
                  <a:pt x="330" y="0"/>
                  <a:pt x="334" y="2"/>
                  <a:pt x="337" y="5"/>
                </a:cubicBezTo>
                <a:cubicBezTo>
                  <a:pt x="341" y="9"/>
                  <a:pt x="343" y="13"/>
                  <a:pt x="343" y="18"/>
                </a:cubicBezTo>
                <a:cubicBezTo>
                  <a:pt x="343" y="21"/>
                  <a:pt x="292" y="163"/>
                  <a:pt x="190" y="443"/>
                </a:cubicBezTo>
                <a:cubicBezTo>
                  <a:pt x="88" y="724"/>
                  <a:pt x="35" y="867"/>
                  <a:pt x="32" y="873"/>
                </a:cubicBezTo>
                <a:cubicBezTo>
                  <a:pt x="28" y="879"/>
                  <a:pt x="23" y="882"/>
                  <a:pt x="17" y="882"/>
                </a:cubicBezTo>
                <a:cubicBezTo>
                  <a:pt x="13" y="882"/>
                  <a:pt x="9" y="881"/>
                  <a:pt x="5" y="878"/>
                </a:cubicBezTo>
                <a:cubicBezTo>
                  <a:pt x="2" y="875"/>
                  <a:pt x="0" y="871"/>
                  <a:pt x="0" y="865"/>
                </a:cubicBezTo>
                <a:cubicBezTo>
                  <a:pt x="0" y="860"/>
                  <a:pt x="51" y="716"/>
                  <a:pt x="154" y="436"/>
                </a:cubicBezTo>
                <a:cubicBezTo>
                  <a:pt x="256" y="155"/>
                  <a:pt x="308" y="12"/>
                  <a:pt x="310" y="9"/>
                </a:cubicBezTo>
                <a:cubicBezTo>
                  <a:pt x="312" y="3"/>
                  <a:pt x="317" y="0"/>
                  <a:pt x="324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8" name=""/>
          <p:cNvSpPr/>
          <p:nvPr/>
        </p:nvSpPr>
        <p:spPr>
          <a:xfrm>
            <a:off x="9994680" y="5233320"/>
            <a:ext cx="216720" cy="214920"/>
          </a:xfrm>
          <a:custGeom>
            <a:avLst/>
            <a:gdLst/>
            <a:ahLst/>
            <a:rect l="0" t="0" r="r" b="b"/>
            <a:pathLst>
              <a:path w="602" h="597">
                <a:moveTo>
                  <a:pt x="16" y="212"/>
                </a:moveTo>
                <a:cubicBezTo>
                  <a:pt x="5" y="212"/>
                  <a:pt x="0" y="210"/>
                  <a:pt x="0" y="205"/>
                </a:cubicBezTo>
                <a:cubicBezTo>
                  <a:pt x="0" y="202"/>
                  <a:pt x="4" y="186"/>
                  <a:pt x="14" y="156"/>
                </a:cubicBezTo>
                <a:cubicBezTo>
                  <a:pt x="23" y="126"/>
                  <a:pt x="33" y="96"/>
                  <a:pt x="44" y="67"/>
                </a:cubicBezTo>
                <a:lnTo>
                  <a:pt x="59" y="22"/>
                </a:lnTo>
                <a:cubicBezTo>
                  <a:pt x="62" y="12"/>
                  <a:pt x="65" y="4"/>
                  <a:pt x="70" y="0"/>
                </a:cubicBezTo>
                <a:lnTo>
                  <a:pt x="483" y="0"/>
                </a:lnTo>
                <a:lnTo>
                  <a:pt x="563" y="0"/>
                </a:lnTo>
                <a:cubicBezTo>
                  <a:pt x="581" y="0"/>
                  <a:pt x="593" y="0"/>
                  <a:pt x="596" y="0"/>
                </a:cubicBezTo>
                <a:cubicBezTo>
                  <a:pt x="600" y="1"/>
                  <a:pt x="602" y="4"/>
                  <a:pt x="602" y="8"/>
                </a:cubicBezTo>
                <a:cubicBezTo>
                  <a:pt x="602" y="12"/>
                  <a:pt x="597" y="45"/>
                  <a:pt x="587" y="110"/>
                </a:cubicBezTo>
                <a:cubicBezTo>
                  <a:pt x="577" y="173"/>
                  <a:pt x="572" y="205"/>
                  <a:pt x="571" y="206"/>
                </a:cubicBezTo>
                <a:cubicBezTo>
                  <a:pt x="571" y="210"/>
                  <a:pt x="565" y="212"/>
                  <a:pt x="554" y="212"/>
                </a:cubicBezTo>
                <a:cubicBezTo>
                  <a:pt x="549" y="212"/>
                  <a:pt x="545" y="212"/>
                  <a:pt x="543" y="212"/>
                </a:cubicBezTo>
                <a:cubicBezTo>
                  <a:pt x="541" y="212"/>
                  <a:pt x="540" y="210"/>
                  <a:pt x="538" y="208"/>
                </a:cubicBezTo>
                <a:lnTo>
                  <a:pt x="536" y="205"/>
                </a:lnTo>
                <a:cubicBezTo>
                  <a:pt x="536" y="201"/>
                  <a:pt x="538" y="188"/>
                  <a:pt x="541" y="165"/>
                </a:cubicBezTo>
                <a:cubicBezTo>
                  <a:pt x="545" y="142"/>
                  <a:pt x="547" y="124"/>
                  <a:pt x="547" y="112"/>
                </a:cubicBezTo>
                <a:cubicBezTo>
                  <a:pt x="547" y="91"/>
                  <a:pt x="543" y="75"/>
                  <a:pt x="535" y="64"/>
                </a:cubicBezTo>
                <a:cubicBezTo>
                  <a:pt x="528" y="53"/>
                  <a:pt x="512" y="46"/>
                  <a:pt x="487" y="42"/>
                </a:cubicBezTo>
                <a:cubicBezTo>
                  <a:pt x="484" y="41"/>
                  <a:pt x="467" y="41"/>
                  <a:pt x="436" y="40"/>
                </a:cubicBezTo>
                <a:cubicBezTo>
                  <a:pt x="409" y="40"/>
                  <a:pt x="392" y="40"/>
                  <a:pt x="385" y="41"/>
                </a:cubicBezTo>
                <a:cubicBezTo>
                  <a:pt x="378" y="42"/>
                  <a:pt x="372" y="44"/>
                  <a:pt x="369" y="48"/>
                </a:cubicBezTo>
                <a:cubicBezTo>
                  <a:pt x="368" y="49"/>
                  <a:pt x="347" y="131"/>
                  <a:pt x="306" y="295"/>
                </a:cubicBezTo>
                <a:cubicBezTo>
                  <a:pt x="265" y="458"/>
                  <a:pt x="245" y="541"/>
                  <a:pt x="245" y="544"/>
                </a:cubicBezTo>
                <a:cubicBezTo>
                  <a:pt x="245" y="551"/>
                  <a:pt x="270" y="555"/>
                  <a:pt x="322" y="556"/>
                </a:cubicBezTo>
                <a:cubicBezTo>
                  <a:pt x="341" y="556"/>
                  <a:pt x="353" y="557"/>
                  <a:pt x="358" y="557"/>
                </a:cubicBezTo>
                <a:cubicBezTo>
                  <a:pt x="364" y="558"/>
                  <a:pt x="366" y="561"/>
                  <a:pt x="366" y="565"/>
                </a:cubicBezTo>
                <a:cubicBezTo>
                  <a:pt x="366" y="568"/>
                  <a:pt x="365" y="572"/>
                  <a:pt x="364" y="578"/>
                </a:cubicBezTo>
                <a:cubicBezTo>
                  <a:pt x="361" y="588"/>
                  <a:pt x="359" y="594"/>
                  <a:pt x="356" y="596"/>
                </a:cubicBezTo>
                <a:lnTo>
                  <a:pt x="354" y="597"/>
                </a:lnTo>
                <a:cubicBezTo>
                  <a:pt x="352" y="597"/>
                  <a:pt x="350" y="597"/>
                  <a:pt x="348" y="597"/>
                </a:cubicBezTo>
                <a:cubicBezTo>
                  <a:pt x="345" y="597"/>
                  <a:pt x="329" y="597"/>
                  <a:pt x="302" y="596"/>
                </a:cubicBezTo>
                <a:cubicBezTo>
                  <a:pt x="274" y="595"/>
                  <a:pt x="235" y="595"/>
                  <a:pt x="182" y="595"/>
                </a:cubicBezTo>
                <a:cubicBezTo>
                  <a:pt x="106" y="595"/>
                  <a:pt x="58" y="596"/>
                  <a:pt x="37" y="597"/>
                </a:cubicBezTo>
                <a:lnTo>
                  <a:pt x="24" y="597"/>
                </a:lnTo>
                <a:cubicBezTo>
                  <a:pt x="21" y="593"/>
                  <a:pt x="19" y="591"/>
                  <a:pt x="19" y="589"/>
                </a:cubicBezTo>
                <a:cubicBezTo>
                  <a:pt x="19" y="587"/>
                  <a:pt x="20" y="582"/>
                  <a:pt x="21" y="573"/>
                </a:cubicBezTo>
                <a:cubicBezTo>
                  <a:pt x="23" y="566"/>
                  <a:pt x="26" y="560"/>
                  <a:pt x="30" y="556"/>
                </a:cubicBezTo>
                <a:lnTo>
                  <a:pt x="54" y="556"/>
                </a:lnTo>
                <a:lnTo>
                  <a:pt x="64" y="556"/>
                </a:lnTo>
                <a:cubicBezTo>
                  <a:pt x="111" y="556"/>
                  <a:pt x="139" y="554"/>
                  <a:pt x="148" y="548"/>
                </a:cubicBezTo>
                <a:lnTo>
                  <a:pt x="149" y="548"/>
                </a:lnTo>
                <a:cubicBezTo>
                  <a:pt x="152" y="546"/>
                  <a:pt x="155" y="540"/>
                  <a:pt x="158" y="530"/>
                </a:cubicBezTo>
                <a:cubicBezTo>
                  <a:pt x="161" y="520"/>
                  <a:pt x="173" y="474"/>
                  <a:pt x="194" y="392"/>
                </a:cubicBezTo>
                <a:cubicBezTo>
                  <a:pt x="204" y="352"/>
                  <a:pt x="213" y="319"/>
                  <a:pt x="219" y="294"/>
                </a:cubicBezTo>
                <a:cubicBezTo>
                  <a:pt x="260" y="132"/>
                  <a:pt x="281" y="49"/>
                  <a:pt x="281" y="45"/>
                </a:cubicBezTo>
                <a:cubicBezTo>
                  <a:pt x="281" y="42"/>
                  <a:pt x="272" y="41"/>
                  <a:pt x="255" y="41"/>
                </a:cubicBezTo>
                <a:lnTo>
                  <a:pt x="228" y="41"/>
                </a:lnTo>
                <a:cubicBezTo>
                  <a:pt x="189" y="41"/>
                  <a:pt x="162" y="43"/>
                  <a:pt x="149" y="46"/>
                </a:cubicBezTo>
                <a:cubicBezTo>
                  <a:pt x="123" y="52"/>
                  <a:pt x="102" y="64"/>
                  <a:pt x="88" y="83"/>
                </a:cubicBezTo>
                <a:cubicBezTo>
                  <a:pt x="73" y="102"/>
                  <a:pt x="57" y="136"/>
                  <a:pt x="40" y="186"/>
                </a:cubicBezTo>
                <a:cubicBezTo>
                  <a:pt x="36" y="198"/>
                  <a:pt x="33" y="206"/>
                  <a:pt x="31" y="208"/>
                </a:cubicBezTo>
                <a:cubicBezTo>
                  <a:pt x="30" y="211"/>
                  <a:pt x="25" y="212"/>
                  <a:pt x="19" y="212"/>
                </a:cubicBezTo>
                <a:lnTo>
                  <a:pt x="16" y="21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9" name=""/>
          <p:cNvSpPr/>
          <p:nvPr/>
        </p:nvSpPr>
        <p:spPr>
          <a:xfrm>
            <a:off x="10228680" y="5209920"/>
            <a:ext cx="75960" cy="317520"/>
          </a:xfrm>
          <a:custGeom>
            <a:avLst/>
            <a:gdLst/>
            <a:ahLst/>
            <a:rect l="0" t="0" r="r" b="b"/>
            <a:pathLst>
              <a:path w="211" h="882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4" y="0"/>
                  <a:pt x="16" y="0"/>
                </a:cubicBezTo>
                <a:lnTo>
                  <a:pt x="27" y="0"/>
                </a:lnTo>
                <a:lnTo>
                  <a:pt x="53" y="21"/>
                </a:lnTo>
                <a:cubicBezTo>
                  <a:pt x="108" y="72"/>
                  <a:pt x="148" y="135"/>
                  <a:pt x="173" y="209"/>
                </a:cubicBezTo>
                <a:cubicBezTo>
                  <a:pt x="199" y="284"/>
                  <a:pt x="211" y="361"/>
                  <a:pt x="211" y="442"/>
                </a:cubicBezTo>
                <a:cubicBezTo>
                  <a:pt x="211" y="482"/>
                  <a:pt x="208" y="520"/>
                  <a:pt x="202" y="557"/>
                </a:cubicBezTo>
                <a:cubicBezTo>
                  <a:pt x="197" y="594"/>
                  <a:pt x="190" y="626"/>
                  <a:pt x="182" y="651"/>
                </a:cubicBezTo>
                <a:cubicBezTo>
                  <a:pt x="175" y="677"/>
                  <a:pt x="164" y="703"/>
                  <a:pt x="150" y="729"/>
                </a:cubicBezTo>
                <a:cubicBezTo>
                  <a:pt x="136" y="755"/>
                  <a:pt x="124" y="774"/>
                  <a:pt x="116" y="788"/>
                </a:cubicBezTo>
                <a:cubicBezTo>
                  <a:pt x="108" y="801"/>
                  <a:pt x="96" y="816"/>
                  <a:pt x="80" y="833"/>
                </a:cubicBezTo>
                <a:cubicBezTo>
                  <a:pt x="64" y="849"/>
                  <a:pt x="55" y="859"/>
                  <a:pt x="52" y="862"/>
                </a:cubicBezTo>
                <a:cubicBezTo>
                  <a:pt x="49" y="865"/>
                  <a:pt x="41" y="870"/>
                  <a:pt x="31" y="879"/>
                </a:cubicBezTo>
                <a:cubicBezTo>
                  <a:pt x="29" y="880"/>
                  <a:pt x="28" y="882"/>
                  <a:pt x="27" y="882"/>
                </a:cubicBezTo>
                <a:lnTo>
                  <a:pt x="16" y="882"/>
                </a:lnTo>
                <a:cubicBezTo>
                  <a:pt x="12" y="882"/>
                  <a:pt x="9" y="882"/>
                  <a:pt x="7" y="882"/>
                </a:cubicBezTo>
                <a:cubicBezTo>
                  <a:pt x="5" y="882"/>
                  <a:pt x="4" y="881"/>
                  <a:pt x="2" y="880"/>
                </a:cubicBezTo>
                <a:cubicBezTo>
                  <a:pt x="1" y="878"/>
                  <a:pt x="0" y="875"/>
                  <a:pt x="0" y="872"/>
                </a:cubicBezTo>
                <a:cubicBezTo>
                  <a:pt x="0" y="871"/>
                  <a:pt x="4" y="867"/>
                  <a:pt x="9" y="860"/>
                </a:cubicBezTo>
                <a:cubicBezTo>
                  <a:pt x="101" y="766"/>
                  <a:pt x="147" y="626"/>
                  <a:pt x="147" y="442"/>
                </a:cubicBezTo>
                <a:cubicBezTo>
                  <a:pt x="147" y="257"/>
                  <a:pt x="101" y="118"/>
                  <a:pt x="9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243920" y="5153040"/>
            <a:ext cx="1287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なら確率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337040" y="5153040"/>
            <a:ext cx="644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で採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300320" y="557208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⽤。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7687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" name=""/>
          <p:cNvSpPr/>
          <p:nvPr/>
        </p:nvSpPr>
        <p:spPr>
          <a:xfrm>
            <a:off x="1066680" y="29239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8" name=""/>
          <p:cNvSpPr/>
          <p:nvPr/>
        </p:nvSpPr>
        <p:spPr>
          <a:xfrm>
            <a:off x="1304640" y="278100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87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80" y="22"/>
                  <a:pt x="89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558" y="0"/>
                </a:lnTo>
                <a:cubicBezTo>
                  <a:pt x="10569" y="0"/>
                  <a:pt x="10579" y="1"/>
                  <a:pt x="10589" y="3"/>
                </a:cubicBezTo>
                <a:cubicBezTo>
                  <a:pt x="10599" y="5"/>
                  <a:pt x="10609" y="9"/>
                  <a:pt x="10619" y="13"/>
                </a:cubicBezTo>
                <a:cubicBezTo>
                  <a:pt x="10629" y="17"/>
                  <a:pt x="10638" y="22"/>
                  <a:pt x="10646" y="28"/>
                </a:cubicBezTo>
                <a:cubicBezTo>
                  <a:pt x="10655" y="34"/>
                  <a:pt x="10663" y="40"/>
                  <a:pt x="10670" y="48"/>
                </a:cubicBezTo>
                <a:cubicBezTo>
                  <a:pt x="10678" y="55"/>
                  <a:pt x="10684" y="63"/>
                  <a:pt x="10690" y="72"/>
                </a:cubicBezTo>
                <a:cubicBezTo>
                  <a:pt x="10696" y="81"/>
                  <a:pt x="10701" y="90"/>
                  <a:pt x="10705" y="99"/>
                </a:cubicBezTo>
                <a:cubicBezTo>
                  <a:pt x="10709" y="109"/>
                  <a:pt x="10712" y="119"/>
                  <a:pt x="10714" y="129"/>
                </a:cubicBezTo>
                <a:cubicBezTo>
                  <a:pt x="10716" y="139"/>
                  <a:pt x="10717" y="150"/>
                  <a:pt x="10717" y="160"/>
                </a:cubicBezTo>
                <a:lnTo>
                  <a:pt x="10717" y="874"/>
                </a:lnTo>
                <a:cubicBezTo>
                  <a:pt x="10717" y="885"/>
                  <a:pt x="10716" y="895"/>
                  <a:pt x="10714" y="905"/>
                </a:cubicBezTo>
                <a:cubicBezTo>
                  <a:pt x="10712" y="916"/>
                  <a:pt x="10709" y="926"/>
                  <a:pt x="10705" y="935"/>
                </a:cubicBezTo>
                <a:cubicBezTo>
                  <a:pt x="10701" y="945"/>
                  <a:pt x="10696" y="954"/>
                  <a:pt x="10690" y="963"/>
                </a:cubicBezTo>
                <a:cubicBezTo>
                  <a:pt x="10684" y="971"/>
                  <a:pt x="10678" y="979"/>
                  <a:pt x="10670" y="987"/>
                </a:cubicBezTo>
                <a:cubicBezTo>
                  <a:pt x="10663" y="994"/>
                  <a:pt x="10655" y="1001"/>
                  <a:pt x="10646" y="1006"/>
                </a:cubicBezTo>
                <a:cubicBezTo>
                  <a:pt x="10638" y="1012"/>
                  <a:pt x="10629" y="1017"/>
                  <a:pt x="10619" y="1021"/>
                </a:cubicBezTo>
                <a:cubicBezTo>
                  <a:pt x="10609" y="1025"/>
                  <a:pt x="10599" y="1028"/>
                  <a:pt x="10589" y="1030"/>
                </a:cubicBezTo>
                <a:cubicBezTo>
                  <a:pt x="10579" y="1032"/>
                  <a:pt x="10569" y="1033"/>
                  <a:pt x="10558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47720" y="1870560"/>
            <a:ext cx="442008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変更ログ </a:t>
            </a: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1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：初回実装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393920" y="2829240"/>
            <a:ext cx="3674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exercise/lennard_jones_mc/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163120" y="2752560"/>
            <a:ext cx="61311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を新規作成し、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2D LJ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のメトロポリス・モンテカ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2" name=""/>
          <p:cNvSpPr/>
          <p:nvPr/>
        </p:nvSpPr>
        <p:spPr>
          <a:xfrm>
            <a:off x="1066680" y="3819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2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2"/>
                  <a:pt x="16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300320" y="3162240"/>
            <a:ext cx="3402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ルロを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1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ファイル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で実装。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4" name=""/>
          <p:cNvSpPr/>
          <p:nvPr/>
        </p:nvSpPr>
        <p:spPr>
          <a:xfrm>
            <a:off x="4733640" y="3676320"/>
            <a:ext cx="1743480" cy="371880"/>
          </a:xfrm>
          <a:custGeom>
            <a:avLst/>
            <a:gdLst/>
            <a:ahLst/>
            <a:rect l="0" t="0" r="r" b="b"/>
            <a:pathLst>
              <a:path w="4843" h="1033">
                <a:moveTo>
                  <a:pt x="0" y="87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684" y="0"/>
                </a:lnTo>
                <a:cubicBezTo>
                  <a:pt x="4695" y="0"/>
                  <a:pt x="4705" y="1"/>
                  <a:pt x="4715" y="3"/>
                </a:cubicBezTo>
                <a:cubicBezTo>
                  <a:pt x="4726" y="5"/>
                  <a:pt x="4736" y="9"/>
                  <a:pt x="4745" y="12"/>
                </a:cubicBezTo>
                <a:cubicBezTo>
                  <a:pt x="4755" y="16"/>
                  <a:pt x="4764" y="21"/>
                  <a:pt x="4773" y="27"/>
                </a:cubicBezTo>
                <a:cubicBezTo>
                  <a:pt x="4781" y="33"/>
                  <a:pt x="4789" y="40"/>
                  <a:pt x="4797" y="47"/>
                </a:cubicBezTo>
                <a:cubicBezTo>
                  <a:pt x="4804" y="54"/>
                  <a:pt x="4811" y="62"/>
                  <a:pt x="4816" y="71"/>
                </a:cubicBezTo>
                <a:cubicBezTo>
                  <a:pt x="4822" y="80"/>
                  <a:pt x="4827" y="89"/>
                  <a:pt x="4831" y="98"/>
                </a:cubicBezTo>
                <a:cubicBezTo>
                  <a:pt x="4835" y="108"/>
                  <a:pt x="4838" y="118"/>
                  <a:pt x="4840" y="128"/>
                </a:cubicBezTo>
                <a:cubicBezTo>
                  <a:pt x="4842" y="138"/>
                  <a:pt x="4843" y="149"/>
                  <a:pt x="4843" y="159"/>
                </a:cubicBezTo>
                <a:lnTo>
                  <a:pt x="4843" y="875"/>
                </a:lnTo>
                <a:cubicBezTo>
                  <a:pt x="4843" y="885"/>
                  <a:pt x="4842" y="895"/>
                  <a:pt x="4840" y="906"/>
                </a:cubicBezTo>
                <a:cubicBezTo>
                  <a:pt x="4838" y="916"/>
                  <a:pt x="4835" y="926"/>
                  <a:pt x="4831" y="935"/>
                </a:cubicBezTo>
                <a:cubicBezTo>
                  <a:pt x="4827" y="945"/>
                  <a:pt x="4822" y="954"/>
                  <a:pt x="4816" y="963"/>
                </a:cubicBezTo>
                <a:cubicBezTo>
                  <a:pt x="4811" y="971"/>
                  <a:pt x="4804" y="979"/>
                  <a:pt x="4797" y="987"/>
                </a:cubicBezTo>
                <a:cubicBezTo>
                  <a:pt x="4789" y="994"/>
                  <a:pt x="4781" y="1001"/>
                  <a:pt x="4773" y="1007"/>
                </a:cubicBezTo>
                <a:cubicBezTo>
                  <a:pt x="4764" y="1012"/>
                  <a:pt x="4755" y="1017"/>
                  <a:pt x="4745" y="1021"/>
                </a:cubicBezTo>
                <a:cubicBezTo>
                  <a:pt x="4736" y="1025"/>
                  <a:pt x="4726" y="1028"/>
                  <a:pt x="4715" y="1030"/>
                </a:cubicBezTo>
                <a:cubicBezTo>
                  <a:pt x="4705" y="1032"/>
                  <a:pt x="4695" y="1033"/>
                  <a:pt x="468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300320" y="3648240"/>
            <a:ext cx="3464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実装内容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格⼦状初期配置、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832280" y="3724560"/>
            <a:ext cx="155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calc_energy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7" name=""/>
          <p:cNvSpPr/>
          <p:nvPr/>
        </p:nvSpPr>
        <p:spPr>
          <a:xfrm>
            <a:off x="8829360" y="367632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87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1" y="21"/>
                  <a:pt x="90" y="16"/>
                  <a:pt x="99" y="12"/>
                </a:cubicBezTo>
                <a:cubicBezTo>
                  <a:pt x="109" y="9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3123" y="0"/>
                </a:lnTo>
                <a:cubicBezTo>
                  <a:pt x="3134" y="0"/>
                  <a:pt x="3144" y="1"/>
                  <a:pt x="3154" y="3"/>
                </a:cubicBezTo>
                <a:cubicBezTo>
                  <a:pt x="3165" y="5"/>
                  <a:pt x="3175" y="9"/>
                  <a:pt x="3184" y="12"/>
                </a:cubicBezTo>
                <a:cubicBezTo>
                  <a:pt x="3194" y="16"/>
                  <a:pt x="3203" y="21"/>
                  <a:pt x="3212" y="27"/>
                </a:cubicBezTo>
                <a:cubicBezTo>
                  <a:pt x="3220" y="33"/>
                  <a:pt x="3228" y="40"/>
                  <a:pt x="3236" y="47"/>
                </a:cubicBezTo>
                <a:cubicBezTo>
                  <a:pt x="3243" y="54"/>
                  <a:pt x="3250" y="62"/>
                  <a:pt x="3255" y="71"/>
                </a:cubicBezTo>
                <a:cubicBezTo>
                  <a:pt x="3261" y="80"/>
                  <a:pt x="3266" y="89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8"/>
                  <a:pt x="3282" y="149"/>
                  <a:pt x="3282" y="159"/>
                </a:cubicBezTo>
                <a:lnTo>
                  <a:pt x="3282" y="875"/>
                </a:lnTo>
                <a:cubicBezTo>
                  <a:pt x="3282" y="885"/>
                  <a:pt x="3281" y="895"/>
                  <a:pt x="3279" y="906"/>
                </a:cubicBezTo>
                <a:cubicBezTo>
                  <a:pt x="3277" y="916"/>
                  <a:pt x="3274" y="926"/>
                  <a:pt x="3270" y="935"/>
                </a:cubicBezTo>
                <a:cubicBezTo>
                  <a:pt x="3266" y="945"/>
                  <a:pt x="3261" y="954"/>
                  <a:pt x="3255" y="963"/>
                </a:cubicBezTo>
                <a:cubicBezTo>
                  <a:pt x="3250" y="971"/>
                  <a:pt x="3243" y="979"/>
                  <a:pt x="3236" y="987"/>
                </a:cubicBezTo>
                <a:cubicBezTo>
                  <a:pt x="3228" y="994"/>
                  <a:pt x="3220" y="1001"/>
                  <a:pt x="3212" y="1007"/>
                </a:cubicBezTo>
                <a:cubicBezTo>
                  <a:pt x="3203" y="1012"/>
                  <a:pt x="3194" y="1017"/>
                  <a:pt x="3184" y="1021"/>
                </a:cubicBezTo>
                <a:cubicBezTo>
                  <a:pt x="3175" y="1025"/>
                  <a:pt x="3165" y="1028"/>
                  <a:pt x="3154" y="1030"/>
                </a:cubicBezTo>
                <a:cubicBezTo>
                  <a:pt x="3144" y="1032"/>
                  <a:pt x="3134" y="1033"/>
                  <a:pt x="3123" y="1033"/>
                </a:cubicBezTo>
                <a:lnTo>
                  <a:pt x="160" y="1033"/>
                </a:lnTo>
                <a:cubicBezTo>
                  <a:pt x="150" y="1033"/>
                  <a:pt x="139" y="1032"/>
                  <a:pt x="129" y="1030"/>
                </a:cubicBezTo>
                <a:cubicBezTo>
                  <a:pt x="119" y="1028"/>
                  <a:pt x="109" y="1025"/>
                  <a:pt x="99" y="1021"/>
                </a:cubicBezTo>
                <a:cubicBezTo>
                  <a:pt x="90" y="1017"/>
                  <a:pt x="81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481080" y="3648240"/>
            <a:ext cx="248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（周期境界考慮）、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8922960" y="3724560"/>
            <a:ext cx="98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mc_step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0006560" y="364824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、メインル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1" name=""/>
          <p:cNvSpPr/>
          <p:nvPr/>
        </p:nvSpPr>
        <p:spPr>
          <a:xfrm>
            <a:off x="1066680" y="4714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300320" y="4067280"/>
            <a:ext cx="7801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ープ・可視化（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matplotlib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）、パラメータを冒頭で変更可能に。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3" name=""/>
          <p:cNvSpPr/>
          <p:nvPr/>
        </p:nvSpPr>
        <p:spPr>
          <a:xfrm>
            <a:off x="1971360" y="4581360"/>
            <a:ext cx="1467360" cy="362160"/>
          </a:xfrm>
          <a:custGeom>
            <a:avLst/>
            <a:gdLst/>
            <a:ahLst/>
            <a:rect l="0" t="0" r="r" b="b"/>
            <a:pathLst>
              <a:path w="4076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917" y="0"/>
                </a:lnTo>
                <a:cubicBezTo>
                  <a:pt x="3928" y="0"/>
                  <a:pt x="3938" y="1"/>
                  <a:pt x="3948" y="3"/>
                </a:cubicBezTo>
                <a:cubicBezTo>
                  <a:pt x="3958" y="5"/>
                  <a:pt x="3968" y="8"/>
                  <a:pt x="3978" y="12"/>
                </a:cubicBezTo>
                <a:cubicBezTo>
                  <a:pt x="3988" y="16"/>
                  <a:pt x="3997" y="21"/>
                  <a:pt x="4005" y="27"/>
                </a:cubicBezTo>
                <a:cubicBezTo>
                  <a:pt x="4014" y="33"/>
                  <a:pt x="4022" y="39"/>
                  <a:pt x="4029" y="46"/>
                </a:cubicBezTo>
                <a:cubicBezTo>
                  <a:pt x="4037" y="54"/>
                  <a:pt x="4043" y="62"/>
                  <a:pt x="4049" y="71"/>
                </a:cubicBezTo>
                <a:cubicBezTo>
                  <a:pt x="4055" y="79"/>
                  <a:pt x="4060" y="88"/>
                  <a:pt x="4064" y="98"/>
                </a:cubicBezTo>
                <a:cubicBezTo>
                  <a:pt x="4068" y="108"/>
                  <a:pt x="4071" y="118"/>
                  <a:pt x="4073" y="128"/>
                </a:cubicBezTo>
                <a:cubicBezTo>
                  <a:pt x="4075" y="138"/>
                  <a:pt x="4076" y="148"/>
                  <a:pt x="4076" y="159"/>
                </a:cubicBezTo>
                <a:lnTo>
                  <a:pt x="4076" y="848"/>
                </a:lnTo>
                <a:cubicBezTo>
                  <a:pt x="4076" y="858"/>
                  <a:pt x="4075" y="868"/>
                  <a:pt x="4073" y="879"/>
                </a:cubicBezTo>
                <a:cubicBezTo>
                  <a:pt x="4071" y="889"/>
                  <a:pt x="4068" y="899"/>
                  <a:pt x="4064" y="908"/>
                </a:cubicBezTo>
                <a:cubicBezTo>
                  <a:pt x="4060" y="918"/>
                  <a:pt x="4055" y="927"/>
                  <a:pt x="4049" y="936"/>
                </a:cubicBezTo>
                <a:cubicBezTo>
                  <a:pt x="4043" y="944"/>
                  <a:pt x="4037" y="953"/>
                  <a:pt x="4029" y="960"/>
                </a:cubicBezTo>
                <a:cubicBezTo>
                  <a:pt x="4022" y="967"/>
                  <a:pt x="4014" y="974"/>
                  <a:pt x="4005" y="980"/>
                </a:cubicBezTo>
                <a:cubicBezTo>
                  <a:pt x="3997" y="985"/>
                  <a:pt x="3988" y="990"/>
                  <a:pt x="3978" y="994"/>
                </a:cubicBezTo>
                <a:cubicBezTo>
                  <a:pt x="3968" y="998"/>
                  <a:pt x="3958" y="1001"/>
                  <a:pt x="3948" y="1003"/>
                </a:cubicBezTo>
                <a:cubicBezTo>
                  <a:pt x="3938" y="1005"/>
                  <a:pt x="3928" y="1006"/>
                  <a:pt x="3917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40" y="953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300320" y="4543560"/>
            <a:ext cx="7056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出⼒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2070000" y="462960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README.md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436200" y="454356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を追加。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7655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1" name=""/>
          <p:cNvSpPr/>
          <p:nvPr/>
        </p:nvSpPr>
        <p:spPr>
          <a:xfrm>
            <a:off x="1066680" y="3162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47720" y="2108880"/>
            <a:ext cx="574596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変更ログ </a:t>
            </a: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2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：⽇本語表⽰対応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3" name=""/>
          <p:cNvSpPr/>
          <p:nvPr/>
        </p:nvSpPr>
        <p:spPr>
          <a:xfrm>
            <a:off x="1066680" y="3647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4"/>
                  <a:pt x="36" y="203"/>
                </a:cubicBezTo>
                <a:cubicBezTo>
                  <a:pt x="25" y="192"/>
                  <a:pt x="16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300320" y="2990880"/>
            <a:ext cx="84294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問題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グラフタイトル・軸ラベル等の⽇本語が正しく表⽰されない。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5" name=""/>
          <p:cNvSpPr/>
          <p:nvPr/>
        </p:nvSpPr>
        <p:spPr>
          <a:xfrm>
            <a:off x="3419280" y="3504960"/>
            <a:ext cx="2876760" cy="371880"/>
          </a:xfrm>
          <a:custGeom>
            <a:avLst/>
            <a:gdLst/>
            <a:ahLst/>
            <a:rect l="0" t="0" r="r" b="b"/>
            <a:pathLst>
              <a:path w="7991" h="1033">
                <a:moveTo>
                  <a:pt x="0" y="874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2"/>
                </a:cubicBezTo>
                <a:cubicBezTo>
                  <a:pt x="33" y="63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833" y="0"/>
                </a:lnTo>
                <a:cubicBezTo>
                  <a:pt x="7843" y="0"/>
                  <a:pt x="7853" y="1"/>
                  <a:pt x="7864" y="3"/>
                </a:cubicBezTo>
                <a:cubicBezTo>
                  <a:pt x="7874" y="5"/>
                  <a:pt x="7884" y="8"/>
                  <a:pt x="7893" y="12"/>
                </a:cubicBezTo>
                <a:cubicBezTo>
                  <a:pt x="7903" y="16"/>
                  <a:pt x="7912" y="21"/>
                  <a:pt x="7921" y="27"/>
                </a:cubicBezTo>
                <a:cubicBezTo>
                  <a:pt x="7930" y="33"/>
                  <a:pt x="7938" y="39"/>
                  <a:pt x="7945" y="47"/>
                </a:cubicBezTo>
                <a:cubicBezTo>
                  <a:pt x="7952" y="54"/>
                  <a:pt x="7959" y="63"/>
                  <a:pt x="7965" y="72"/>
                </a:cubicBezTo>
                <a:cubicBezTo>
                  <a:pt x="7970" y="80"/>
                  <a:pt x="7975" y="90"/>
                  <a:pt x="7979" y="99"/>
                </a:cubicBezTo>
                <a:cubicBezTo>
                  <a:pt x="7983" y="109"/>
                  <a:pt x="7986" y="119"/>
                  <a:pt x="7988" y="129"/>
                </a:cubicBezTo>
                <a:cubicBezTo>
                  <a:pt x="7990" y="139"/>
                  <a:pt x="7991" y="149"/>
                  <a:pt x="7991" y="160"/>
                </a:cubicBezTo>
                <a:lnTo>
                  <a:pt x="7991" y="874"/>
                </a:lnTo>
                <a:cubicBezTo>
                  <a:pt x="7991" y="885"/>
                  <a:pt x="7990" y="895"/>
                  <a:pt x="7988" y="905"/>
                </a:cubicBezTo>
                <a:cubicBezTo>
                  <a:pt x="7986" y="915"/>
                  <a:pt x="7983" y="925"/>
                  <a:pt x="7979" y="935"/>
                </a:cubicBezTo>
                <a:cubicBezTo>
                  <a:pt x="7975" y="945"/>
                  <a:pt x="7970" y="954"/>
                  <a:pt x="7965" y="962"/>
                </a:cubicBezTo>
                <a:cubicBezTo>
                  <a:pt x="7959" y="971"/>
                  <a:pt x="7952" y="979"/>
                  <a:pt x="7945" y="987"/>
                </a:cubicBezTo>
                <a:cubicBezTo>
                  <a:pt x="7938" y="994"/>
                  <a:pt x="7930" y="1000"/>
                  <a:pt x="7921" y="1006"/>
                </a:cubicBezTo>
                <a:cubicBezTo>
                  <a:pt x="7912" y="1012"/>
                  <a:pt x="7903" y="1017"/>
                  <a:pt x="7893" y="1021"/>
                </a:cubicBezTo>
                <a:cubicBezTo>
                  <a:pt x="7884" y="1025"/>
                  <a:pt x="7874" y="1028"/>
                  <a:pt x="7864" y="1030"/>
                </a:cubicBezTo>
                <a:cubicBezTo>
                  <a:pt x="7853" y="1032"/>
                  <a:pt x="7843" y="1033"/>
                  <a:pt x="7833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7" y="987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300320" y="3476520"/>
            <a:ext cx="2176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対応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パッケージ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511440" y="3553200"/>
            <a:ext cx="2685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japanize-matplotlib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8" name=""/>
          <p:cNvSpPr/>
          <p:nvPr/>
        </p:nvSpPr>
        <p:spPr>
          <a:xfrm>
            <a:off x="8543880" y="3504960"/>
            <a:ext cx="2590920" cy="371880"/>
          </a:xfrm>
          <a:custGeom>
            <a:avLst/>
            <a:gdLst/>
            <a:ahLst/>
            <a:rect l="0" t="0" r="r" b="b"/>
            <a:pathLst>
              <a:path w="7197" h="1033">
                <a:moveTo>
                  <a:pt x="0" y="874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6" y="72"/>
                </a:cubicBezTo>
                <a:cubicBezTo>
                  <a:pt x="32" y="63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039" y="0"/>
                </a:lnTo>
                <a:cubicBezTo>
                  <a:pt x="7049" y="0"/>
                  <a:pt x="7059" y="1"/>
                  <a:pt x="7070" y="3"/>
                </a:cubicBezTo>
                <a:cubicBezTo>
                  <a:pt x="7080" y="5"/>
                  <a:pt x="7090" y="8"/>
                  <a:pt x="7099" y="12"/>
                </a:cubicBezTo>
                <a:cubicBezTo>
                  <a:pt x="7109" y="16"/>
                  <a:pt x="7118" y="21"/>
                  <a:pt x="7127" y="27"/>
                </a:cubicBezTo>
                <a:cubicBezTo>
                  <a:pt x="7135" y="33"/>
                  <a:pt x="7143" y="39"/>
                  <a:pt x="7151" y="47"/>
                </a:cubicBezTo>
                <a:cubicBezTo>
                  <a:pt x="7158" y="54"/>
                  <a:pt x="7165" y="63"/>
                  <a:pt x="7171" y="72"/>
                </a:cubicBezTo>
                <a:cubicBezTo>
                  <a:pt x="7176" y="80"/>
                  <a:pt x="7181" y="90"/>
                  <a:pt x="7185" y="99"/>
                </a:cubicBezTo>
                <a:cubicBezTo>
                  <a:pt x="7189" y="109"/>
                  <a:pt x="7192" y="119"/>
                  <a:pt x="7194" y="129"/>
                </a:cubicBezTo>
                <a:cubicBezTo>
                  <a:pt x="7196" y="139"/>
                  <a:pt x="7197" y="149"/>
                  <a:pt x="7197" y="160"/>
                </a:cubicBezTo>
                <a:lnTo>
                  <a:pt x="7197" y="874"/>
                </a:lnTo>
                <a:cubicBezTo>
                  <a:pt x="7197" y="885"/>
                  <a:pt x="7196" y="895"/>
                  <a:pt x="7194" y="905"/>
                </a:cubicBezTo>
                <a:cubicBezTo>
                  <a:pt x="7192" y="915"/>
                  <a:pt x="7189" y="925"/>
                  <a:pt x="7185" y="935"/>
                </a:cubicBezTo>
                <a:cubicBezTo>
                  <a:pt x="7181" y="945"/>
                  <a:pt x="7176" y="954"/>
                  <a:pt x="7171" y="962"/>
                </a:cubicBezTo>
                <a:cubicBezTo>
                  <a:pt x="7165" y="971"/>
                  <a:pt x="7158" y="979"/>
                  <a:pt x="7151" y="987"/>
                </a:cubicBezTo>
                <a:cubicBezTo>
                  <a:pt x="7143" y="994"/>
                  <a:pt x="7135" y="1000"/>
                  <a:pt x="7127" y="1006"/>
                </a:cubicBezTo>
                <a:cubicBezTo>
                  <a:pt x="7118" y="1012"/>
                  <a:pt x="7109" y="1017"/>
                  <a:pt x="7099" y="1021"/>
                </a:cubicBezTo>
                <a:cubicBezTo>
                  <a:pt x="7090" y="1025"/>
                  <a:pt x="7080" y="1028"/>
                  <a:pt x="7070" y="1030"/>
                </a:cubicBezTo>
                <a:cubicBezTo>
                  <a:pt x="7059" y="1032"/>
                  <a:pt x="7049" y="1033"/>
                  <a:pt x="7039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3" y="994"/>
                  <a:pt x="46" y="987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291360" y="3476520"/>
            <a:ext cx="2299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をインストール。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8633520" y="3553200"/>
            <a:ext cx="2402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matplotlib.pyplot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1" name=""/>
          <p:cNvSpPr/>
          <p:nvPr/>
        </p:nvSpPr>
        <p:spPr>
          <a:xfrm>
            <a:off x="2466720" y="392400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87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558" y="0"/>
                </a:lnTo>
                <a:cubicBezTo>
                  <a:pt x="10569" y="0"/>
                  <a:pt x="10579" y="1"/>
                  <a:pt x="10589" y="3"/>
                </a:cubicBezTo>
                <a:cubicBezTo>
                  <a:pt x="10599" y="5"/>
                  <a:pt x="10609" y="8"/>
                  <a:pt x="10619" y="12"/>
                </a:cubicBezTo>
                <a:cubicBezTo>
                  <a:pt x="10628" y="16"/>
                  <a:pt x="10638" y="21"/>
                  <a:pt x="10646" y="27"/>
                </a:cubicBezTo>
                <a:cubicBezTo>
                  <a:pt x="10655" y="33"/>
                  <a:pt x="10663" y="39"/>
                  <a:pt x="10670" y="47"/>
                </a:cubicBezTo>
                <a:cubicBezTo>
                  <a:pt x="10678" y="54"/>
                  <a:pt x="10684" y="62"/>
                  <a:pt x="10690" y="71"/>
                </a:cubicBezTo>
                <a:cubicBezTo>
                  <a:pt x="10696" y="80"/>
                  <a:pt x="10701" y="89"/>
                  <a:pt x="10705" y="98"/>
                </a:cubicBezTo>
                <a:cubicBezTo>
                  <a:pt x="10709" y="108"/>
                  <a:pt x="10712" y="118"/>
                  <a:pt x="10714" y="128"/>
                </a:cubicBezTo>
                <a:cubicBezTo>
                  <a:pt x="10716" y="138"/>
                  <a:pt x="10717" y="149"/>
                  <a:pt x="10717" y="159"/>
                </a:cubicBezTo>
                <a:lnTo>
                  <a:pt x="10717" y="873"/>
                </a:lnTo>
                <a:cubicBezTo>
                  <a:pt x="10717" y="884"/>
                  <a:pt x="10716" y="894"/>
                  <a:pt x="10714" y="904"/>
                </a:cubicBezTo>
                <a:cubicBezTo>
                  <a:pt x="10712" y="915"/>
                  <a:pt x="10709" y="925"/>
                  <a:pt x="10705" y="934"/>
                </a:cubicBezTo>
                <a:cubicBezTo>
                  <a:pt x="10701" y="944"/>
                  <a:pt x="10696" y="953"/>
                  <a:pt x="10690" y="963"/>
                </a:cubicBezTo>
                <a:cubicBezTo>
                  <a:pt x="10684" y="971"/>
                  <a:pt x="10678" y="979"/>
                  <a:pt x="10670" y="987"/>
                </a:cubicBezTo>
                <a:cubicBezTo>
                  <a:pt x="10663" y="994"/>
                  <a:pt x="10655" y="1001"/>
                  <a:pt x="10646" y="1006"/>
                </a:cubicBezTo>
                <a:cubicBezTo>
                  <a:pt x="10638" y="1012"/>
                  <a:pt x="10628" y="1017"/>
                  <a:pt x="10619" y="1021"/>
                </a:cubicBezTo>
                <a:cubicBezTo>
                  <a:pt x="10609" y="1025"/>
                  <a:pt x="10599" y="1028"/>
                  <a:pt x="10589" y="1030"/>
                </a:cubicBezTo>
                <a:cubicBezTo>
                  <a:pt x="10579" y="1032"/>
                  <a:pt x="10569" y="1033"/>
                  <a:pt x="10558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4"/>
                </a:cubicBezTo>
                <a:cubicBezTo>
                  <a:pt x="1" y="894"/>
                  <a:pt x="0" y="884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300320" y="389556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の直後に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2559240" y="3972240"/>
            <a:ext cx="3674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import japanize_matplotlib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4" name=""/>
          <p:cNvSpPr/>
          <p:nvPr/>
        </p:nvSpPr>
        <p:spPr>
          <a:xfrm>
            <a:off x="7495920" y="3924000"/>
            <a:ext cx="2448360" cy="371880"/>
          </a:xfrm>
          <a:custGeom>
            <a:avLst/>
            <a:gdLst/>
            <a:ahLst/>
            <a:rect l="0" t="0" r="r" b="b"/>
            <a:pathLst>
              <a:path w="6801" h="1033">
                <a:moveTo>
                  <a:pt x="0" y="87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642" y="0"/>
                </a:lnTo>
                <a:cubicBezTo>
                  <a:pt x="6653" y="0"/>
                  <a:pt x="6663" y="1"/>
                  <a:pt x="6673" y="3"/>
                </a:cubicBezTo>
                <a:cubicBezTo>
                  <a:pt x="6683" y="5"/>
                  <a:pt x="6693" y="8"/>
                  <a:pt x="6703" y="12"/>
                </a:cubicBezTo>
                <a:cubicBezTo>
                  <a:pt x="6713" y="16"/>
                  <a:pt x="6722" y="21"/>
                  <a:pt x="6730" y="27"/>
                </a:cubicBezTo>
                <a:cubicBezTo>
                  <a:pt x="6739" y="33"/>
                  <a:pt x="6747" y="39"/>
                  <a:pt x="6754" y="47"/>
                </a:cubicBezTo>
                <a:cubicBezTo>
                  <a:pt x="6762" y="54"/>
                  <a:pt x="6768" y="62"/>
                  <a:pt x="6774" y="71"/>
                </a:cubicBezTo>
                <a:cubicBezTo>
                  <a:pt x="6780" y="80"/>
                  <a:pt x="6785" y="89"/>
                  <a:pt x="6789" y="98"/>
                </a:cubicBezTo>
                <a:cubicBezTo>
                  <a:pt x="6793" y="108"/>
                  <a:pt x="6796" y="118"/>
                  <a:pt x="6798" y="128"/>
                </a:cubicBezTo>
                <a:cubicBezTo>
                  <a:pt x="6800" y="138"/>
                  <a:pt x="6801" y="149"/>
                  <a:pt x="6801" y="159"/>
                </a:cubicBezTo>
                <a:lnTo>
                  <a:pt x="6801" y="873"/>
                </a:lnTo>
                <a:cubicBezTo>
                  <a:pt x="6801" y="884"/>
                  <a:pt x="6800" y="894"/>
                  <a:pt x="6798" y="904"/>
                </a:cubicBezTo>
                <a:cubicBezTo>
                  <a:pt x="6796" y="915"/>
                  <a:pt x="6793" y="925"/>
                  <a:pt x="6789" y="934"/>
                </a:cubicBezTo>
                <a:cubicBezTo>
                  <a:pt x="6785" y="944"/>
                  <a:pt x="6780" y="953"/>
                  <a:pt x="6774" y="963"/>
                </a:cubicBezTo>
                <a:cubicBezTo>
                  <a:pt x="6768" y="971"/>
                  <a:pt x="6762" y="979"/>
                  <a:pt x="6754" y="987"/>
                </a:cubicBezTo>
                <a:cubicBezTo>
                  <a:pt x="6747" y="994"/>
                  <a:pt x="6739" y="1001"/>
                  <a:pt x="6730" y="1006"/>
                </a:cubicBezTo>
                <a:cubicBezTo>
                  <a:pt x="6722" y="1012"/>
                  <a:pt x="6713" y="1017"/>
                  <a:pt x="6703" y="1021"/>
                </a:cubicBezTo>
                <a:cubicBezTo>
                  <a:pt x="6693" y="1025"/>
                  <a:pt x="6683" y="1028"/>
                  <a:pt x="6673" y="1030"/>
                </a:cubicBezTo>
                <a:cubicBezTo>
                  <a:pt x="6663" y="1032"/>
                  <a:pt x="6653" y="1033"/>
                  <a:pt x="6642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4"/>
                </a:cubicBezTo>
                <a:cubicBezTo>
                  <a:pt x="1" y="894"/>
                  <a:pt x="0" y="884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328440" y="389556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を追加。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587720" y="3972240"/>
            <a:ext cx="2261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requirements.txt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7" name=""/>
          <p:cNvSpPr/>
          <p:nvPr/>
        </p:nvSpPr>
        <p:spPr>
          <a:xfrm>
            <a:off x="1304640" y="4333680"/>
            <a:ext cx="3572280" cy="371880"/>
          </a:xfrm>
          <a:custGeom>
            <a:avLst/>
            <a:gdLst/>
            <a:ahLst/>
            <a:rect l="0" t="0" r="r" b="b"/>
            <a:pathLst>
              <a:path w="9923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764" y="0"/>
                </a:lnTo>
                <a:cubicBezTo>
                  <a:pt x="9775" y="0"/>
                  <a:pt x="9785" y="1"/>
                  <a:pt x="9795" y="3"/>
                </a:cubicBezTo>
                <a:cubicBezTo>
                  <a:pt x="9806" y="5"/>
                  <a:pt x="9816" y="8"/>
                  <a:pt x="9825" y="12"/>
                </a:cubicBezTo>
                <a:cubicBezTo>
                  <a:pt x="9835" y="16"/>
                  <a:pt x="9844" y="21"/>
                  <a:pt x="9853" y="27"/>
                </a:cubicBezTo>
                <a:cubicBezTo>
                  <a:pt x="9861" y="33"/>
                  <a:pt x="9869" y="39"/>
                  <a:pt x="9877" y="47"/>
                </a:cubicBezTo>
                <a:cubicBezTo>
                  <a:pt x="9884" y="54"/>
                  <a:pt x="9891" y="62"/>
                  <a:pt x="9896" y="71"/>
                </a:cubicBezTo>
                <a:cubicBezTo>
                  <a:pt x="9902" y="79"/>
                  <a:pt x="9907" y="88"/>
                  <a:pt x="9911" y="98"/>
                </a:cubicBezTo>
                <a:cubicBezTo>
                  <a:pt x="9915" y="108"/>
                  <a:pt x="9918" y="118"/>
                  <a:pt x="9920" y="128"/>
                </a:cubicBezTo>
                <a:cubicBezTo>
                  <a:pt x="9922" y="138"/>
                  <a:pt x="9923" y="148"/>
                  <a:pt x="9923" y="159"/>
                </a:cubicBezTo>
                <a:lnTo>
                  <a:pt x="9923" y="874"/>
                </a:lnTo>
                <a:cubicBezTo>
                  <a:pt x="9923" y="885"/>
                  <a:pt x="9922" y="895"/>
                  <a:pt x="9920" y="905"/>
                </a:cubicBezTo>
                <a:cubicBezTo>
                  <a:pt x="9918" y="915"/>
                  <a:pt x="9915" y="925"/>
                  <a:pt x="9911" y="935"/>
                </a:cubicBezTo>
                <a:cubicBezTo>
                  <a:pt x="9907" y="945"/>
                  <a:pt x="9902" y="954"/>
                  <a:pt x="9896" y="962"/>
                </a:cubicBezTo>
                <a:cubicBezTo>
                  <a:pt x="9891" y="971"/>
                  <a:pt x="9884" y="979"/>
                  <a:pt x="9877" y="986"/>
                </a:cubicBezTo>
                <a:cubicBezTo>
                  <a:pt x="9869" y="994"/>
                  <a:pt x="9861" y="1000"/>
                  <a:pt x="9853" y="1006"/>
                </a:cubicBezTo>
                <a:cubicBezTo>
                  <a:pt x="9844" y="1012"/>
                  <a:pt x="9835" y="1017"/>
                  <a:pt x="9825" y="1021"/>
                </a:cubicBezTo>
                <a:cubicBezTo>
                  <a:pt x="9816" y="1025"/>
                  <a:pt x="9806" y="1028"/>
                  <a:pt x="9795" y="1030"/>
                </a:cubicBezTo>
                <a:cubicBezTo>
                  <a:pt x="9785" y="1032"/>
                  <a:pt x="9775" y="1033"/>
                  <a:pt x="976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9943560" y="3895560"/>
            <a:ext cx="368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393920" y="4381920"/>
            <a:ext cx="3391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japanize-matplotlib&gt;=1.1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880520" y="430524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を追加。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17705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5" name=""/>
          <p:cNvSpPr/>
          <p:nvPr/>
        </p:nvSpPr>
        <p:spPr>
          <a:xfrm>
            <a:off x="1066680" y="1761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2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2"/>
                  <a:pt x="16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47720" y="718200"/>
            <a:ext cx="1016568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変更ログ </a:t>
            </a: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3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：初期配置・検証・出⼒先（⼀括修正）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7" name=""/>
          <p:cNvSpPr/>
          <p:nvPr/>
        </p:nvSpPr>
        <p:spPr>
          <a:xfrm>
            <a:off x="5791320" y="1676160"/>
            <a:ext cx="272160" cy="217080"/>
          </a:xfrm>
          <a:custGeom>
            <a:avLst/>
            <a:gdLst/>
            <a:ahLst/>
            <a:rect l="0" t="0" r="r" b="b"/>
            <a:pathLst>
              <a:path w="756" h="603">
                <a:moveTo>
                  <a:pt x="180" y="41"/>
                </a:moveTo>
                <a:cubicBezTo>
                  <a:pt x="178" y="41"/>
                  <a:pt x="176" y="41"/>
                  <a:pt x="173" y="41"/>
                </a:cubicBezTo>
                <a:cubicBezTo>
                  <a:pt x="158" y="41"/>
                  <a:pt x="149" y="40"/>
                  <a:pt x="145" y="40"/>
                </a:cubicBezTo>
                <a:cubicBezTo>
                  <a:pt x="143" y="39"/>
                  <a:pt x="141" y="36"/>
                  <a:pt x="141" y="30"/>
                </a:cubicBezTo>
                <a:cubicBezTo>
                  <a:pt x="141" y="14"/>
                  <a:pt x="144" y="5"/>
                  <a:pt x="152" y="1"/>
                </a:cubicBezTo>
                <a:cubicBezTo>
                  <a:pt x="153" y="0"/>
                  <a:pt x="181" y="0"/>
                  <a:pt x="237" y="0"/>
                </a:cubicBezTo>
                <a:cubicBezTo>
                  <a:pt x="282" y="0"/>
                  <a:pt x="308" y="0"/>
                  <a:pt x="315" y="0"/>
                </a:cubicBezTo>
                <a:cubicBezTo>
                  <a:pt x="321" y="0"/>
                  <a:pt x="325" y="2"/>
                  <a:pt x="327" y="5"/>
                </a:cubicBezTo>
                <a:cubicBezTo>
                  <a:pt x="451" y="297"/>
                  <a:pt x="514" y="446"/>
                  <a:pt x="517" y="455"/>
                </a:cubicBezTo>
                <a:lnTo>
                  <a:pt x="564" y="266"/>
                </a:lnTo>
                <a:cubicBezTo>
                  <a:pt x="595" y="142"/>
                  <a:pt x="611" y="76"/>
                  <a:pt x="611" y="68"/>
                </a:cubicBezTo>
                <a:cubicBezTo>
                  <a:pt x="611" y="52"/>
                  <a:pt x="592" y="43"/>
                  <a:pt x="554" y="41"/>
                </a:cubicBezTo>
                <a:cubicBezTo>
                  <a:pt x="540" y="41"/>
                  <a:pt x="533" y="37"/>
                  <a:pt x="533" y="31"/>
                </a:cubicBezTo>
                <a:cubicBezTo>
                  <a:pt x="533" y="30"/>
                  <a:pt x="534" y="26"/>
                  <a:pt x="535" y="20"/>
                </a:cubicBezTo>
                <a:cubicBezTo>
                  <a:pt x="537" y="11"/>
                  <a:pt x="539" y="5"/>
                  <a:pt x="540" y="4"/>
                </a:cubicBezTo>
                <a:cubicBezTo>
                  <a:pt x="542" y="2"/>
                  <a:pt x="544" y="1"/>
                  <a:pt x="549" y="0"/>
                </a:cubicBezTo>
                <a:cubicBezTo>
                  <a:pt x="551" y="0"/>
                  <a:pt x="560" y="0"/>
                  <a:pt x="577" y="1"/>
                </a:cubicBezTo>
                <a:cubicBezTo>
                  <a:pt x="593" y="2"/>
                  <a:pt x="617" y="2"/>
                  <a:pt x="650" y="3"/>
                </a:cubicBezTo>
                <a:cubicBezTo>
                  <a:pt x="679" y="3"/>
                  <a:pt x="701" y="3"/>
                  <a:pt x="717" y="2"/>
                </a:cubicBezTo>
                <a:cubicBezTo>
                  <a:pt x="732" y="1"/>
                  <a:pt x="741" y="1"/>
                  <a:pt x="743" y="1"/>
                </a:cubicBezTo>
                <a:cubicBezTo>
                  <a:pt x="752" y="1"/>
                  <a:pt x="756" y="4"/>
                  <a:pt x="756" y="10"/>
                </a:cubicBezTo>
                <a:cubicBezTo>
                  <a:pt x="756" y="23"/>
                  <a:pt x="754" y="32"/>
                  <a:pt x="749" y="36"/>
                </a:cubicBezTo>
                <a:cubicBezTo>
                  <a:pt x="748" y="39"/>
                  <a:pt x="742" y="41"/>
                  <a:pt x="730" y="41"/>
                </a:cubicBezTo>
                <a:cubicBezTo>
                  <a:pt x="688" y="43"/>
                  <a:pt x="662" y="55"/>
                  <a:pt x="651" y="76"/>
                </a:cubicBezTo>
                <a:lnTo>
                  <a:pt x="520" y="597"/>
                </a:lnTo>
                <a:cubicBezTo>
                  <a:pt x="519" y="601"/>
                  <a:pt x="513" y="603"/>
                  <a:pt x="502" y="603"/>
                </a:cubicBezTo>
                <a:cubicBezTo>
                  <a:pt x="493" y="603"/>
                  <a:pt x="488" y="603"/>
                  <a:pt x="487" y="601"/>
                </a:cubicBezTo>
                <a:cubicBezTo>
                  <a:pt x="485" y="600"/>
                  <a:pt x="447" y="511"/>
                  <a:pt x="373" y="333"/>
                </a:cubicBezTo>
                <a:lnTo>
                  <a:pt x="261" y="70"/>
                </a:lnTo>
                <a:lnTo>
                  <a:pt x="204" y="299"/>
                </a:lnTo>
                <a:cubicBezTo>
                  <a:pt x="166" y="449"/>
                  <a:pt x="145" y="528"/>
                  <a:pt x="145" y="533"/>
                </a:cubicBezTo>
                <a:cubicBezTo>
                  <a:pt x="149" y="553"/>
                  <a:pt x="171" y="563"/>
                  <a:pt x="210" y="563"/>
                </a:cubicBezTo>
                <a:lnTo>
                  <a:pt x="219" y="563"/>
                </a:lnTo>
                <a:cubicBezTo>
                  <a:pt x="222" y="565"/>
                  <a:pt x="224" y="568"/>
                  <a:pt x="224" y="570"/>
                </a:cubicBezTo>
                <a:cubicBezTo>
                  <a:pt x="224" y="571"/>
                  <a:pt x="223" y="577"/>
                  <a:pt x="222" y="586"/>
                </a:cubicBezTo>
                <a:cubicBezTo>
                  <a:pt x="220" y="594"/>
                  <a:pt x="217" y="600"/>
                  <a:pt x="213" y="603"/>
                </a:cubicBezTo>
                <a:lnTo>
                  <a:pt x="202" y="603"/>
                </a:lnTo>
                <a:cubicBezTo>
                  <a:pt x="184" y="602"/>
                  <a:pt x="152" y="601"/>
                  <a:pt x="106" y="601"/>
                </a:cubicBezTo>
                <a:cubicBezTo>
                  <a:pt x="89" y="601"/>
                  <a:pt x="74" y="601"/>
                  <a:pt x="61" y="601"/>
                </a:cubicBezTo>
                <a:cubicBezTo>
                  <a:pt x="47" y="601"/>
                  <a:pt x="36" y="601"/>
                  <a:pt x="28" y="601"/>
                </a:cubicBezTo>
                <a:cubicBezTo>
                  <a:pt x="20" y="601"/>
                  <a:pt x="15" y="602"/>
                  <a:pt x="13" y="602"/>
                </a:cubicBezTo>
                <a:cubicBezTo>
                  <a:pt x="4" y="602"/>
                  <a:pt x="0" y="600"/>
                  <a:pt x="0" y="594"/>
                </a:cubicBezTo>
                <a:cubicBezTo>
                  <a:pt x="0" y="592"/>
                  <a:pt x="1" y="587"/>
                  <a:pt x="3" y="580"/>
                </a:cubicBezTo>
                <a:cubicBezTo>
                  <a:pt x="4" y="573"/>
                  <a:pt x="6" y="569"/>
                  <a:pt x="7" y="568"/>
                </a:cubicBezTo>
                <a:cubicBezTo>
                  <a:pt x="8" y="564"/>
                  <a:pt x="15" y="563"/>
                  <a:pt x="27" y="563"/>
                </a:cubicBezTo>
                <a:cubicBezTo>
                  <a:pt x="67" y="561"/>
                  <a:pt x="93" y="549"/>
                  <a:pt x="105" y="528"/>
                </a:cubicBezTo>
                <a:cubicBezTo>
                  <a:pt x="107" y="525"/>
                  <a:pt x="128" y="442"/>
                  <a:pt x="168" y="283"/>
                </a:cubicBezTo>
                <a:lnTo>
                  <a:pt x="228" y="43"/>
                </a:lnTo>
                <a:cubicBezTo>
                  <a:pt x="227" y="43"/>
                  <a:pt x="211" y="42"/>
                  <a:pt x="180" y="4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300320" y="1590840"/>
            <a:ext cx="101761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3.1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初期配置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格⼦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→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ランダム配置。  が⾮平⽅数でも問題なく、最⼩距離・周期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9" name=""/>
          <p:cNvSpPr/>
          <p:nvPr/>
        </p:nvSpPr>
        <p:spPr>
          <a:xfrm>
            <a:off x="1066680" y="2666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300320" y="2009880"/>
            <a:ext cx="1655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境界を考慮。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300320" y="2495520"/>
            <a:ext cx="98089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3.2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⾼密度時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配置失敗時に初期配置全体を最初からやり直す再試⾏ループを導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2" name=""/>
          <p:cNvSpPr/>
          <p:nvPr/>
        </p:nvSpPr>
        <p:spPr>
          <a:xfrm>
            <a:off x="1066680" y="3562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4"/>
                  <a:pt x="36" y="203"/>
                </a:cubicBezTo>
                <a:cubicBezTo>
                  <a:pt x="25" y="192"/>
                  <a:pt x="16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300320" y="290520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⼊。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4" name=""/>
          <p:cNvSpPr/>
          <p:nvPr/>
        </p:nvSpPr>
        <p:spPr>
          <a:xfrm>
            <a:off x="3809880" y="3419280"/>
            <a:ext cx="3162600" cy="371880"/>
          </a:xfrm>
          <a:custGeom>
            <a:avLst/>
            <a:gdLst/>
            <a:ahLst/>
            <a:rect l="0" t="0" r="r" b="b"/>
            <a:pathLst>
              <a:path w="878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626" y="0"/>
                </a:lnTo>
                <a:cubicBezTo>
                  <a:pt x="8637" y="0"/>
                  <a:pt x="8647" y="1"/>
                  <a:pt x="8657" y="3"/>
                </a:cubicBezTo>
                <a:cubicBezTo>
                  <a:pt x="8667" y="5"/>
                  <a:pt x="8677" y="8"/>
                  <a:pt x="8687" y="12"/>
                </a:cubicBezTo>
                <a:cubicBezTo>
                  <a:pt x="8697" y="16"/>
                  <a:pt x="8706" y="21"/>
                  <a:pt x="8714" y="27"/>
                </a:cubicBezTo>
                <a:cubicBezTo>
                  <a:pt x="8723" y="33"/>
                  <a:pt x="8731" y="39"/>
                  <a:pt x="8739" y="47"/>
                </a:cubicBezTo>
                <a:cubicBezTo>
                  <a:pt x="8746" y="54"/>
                  <a:pt x="8752" y="62"/>
                  <a:pt x="8758" y="71"/>
                </a:cubicBezTo>
                <a:cubicBezTo>
                  <a:pt x="8764" y="79"/>
                  <a:pt x="8769" y="88"/>
                  <a:pt x="8773" y="98"/>
                </a:cubicBezTo>
                <a:cubicBezTo>
                  <a:pt x="8777" y="108"/>
                  <a:pt x="8780" y="118"/>
                  <a:pt x="8782" y="128"/>
                </a:cubicBezTo>
                <a:cubicBezTo>
                  <a:pt x="8784" y="138"/>
                  <a:pt x="8785" y="148"/>
                  <a:pt x="8785" y="159"/>
                </a:cubicBezTo>
                <a:lnTo>
                  <a:pt x="8785" y="874"/>
                </a:lnTo>
                <a:cubicBezTo>
                  <a:pt x="8785" y="885"/>
                  <a:pt x="8784" y="895"/>
                  <a:pt x="8782" y="905"/>
                </a:cubicBezTo>
                <a:cubicBezTo>
                  <a:pt x="8780" y="915"/>
                  <a:pt x="8777" y="925"/>
                  <a:pt x="8773" y="935"/>
                </a:cubicBezTo>
                <a:cubicBezTo>
                  <a:pt x="8769" y="945"/>
                  <a:pt x="8764" y="954"/>
                  <a:pt x="8758" y="962"/>
                </a:cubicBezTo>
                <a:cubicBezTo>
                  <a:pt x="8752" y="971"/>
                  <a:pt x="8746" y="979"/>
                  <a:pt x="8739" y="986"/>
                </a:cubicBezTo>
                <a:cubicBezTo>
                  <a:pt x="8731" y="994"/>
                  <a:pt x="8723" y="1000"/>
                  <a:pt x="8714" y="1006"/>
                </a:cubicBezTo>
                <a:cubicBezTo>
                  <a:pt x="8706" y="1012"/>
                  <a:pt x="8697" y="1017"/>
                  <a:pt x="8687" y="1021"/>
                </a:cubicBezTo>
                <a:cubicBezTo>
                  <a:pt x="8677" y="1025"/>
                  <a:pt x="8667" y="1028"/>
                  <a:pt x="8657" y="1030"/>
                </a:cubicBezTo>
                <a:cubicBezTo>
                  <a:pt x="8647" y="1032"/>
                  <a:pt x="8637" y="1033"/>
                  <a:pt x="862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300320" y="3390840"/>
            <a:ext cx="26370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3.3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パラメータ検証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907800" y="3467520"/>
            <a:ext cx="2967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validate_parameters()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7" name=""/>
          <p:cNvSpPr/>
          <p:nvPr/>
        </p:nvSpPr>
        <p:spPr>
          <a:xfrm>
            <a:off x="8141040" y="3466800"/>
            <a:ext cx="217080" cy="215280"/>
          </a:xfrm>
          <a:custGeom>
            <a:avLst/>
            <a:gdLst/>
            <a:ahLst/>
            <a:rect l="0" t="0" r="r" b="b"/>
            <a:pathLst>
              <a:path w="603" h="598">
                <a:moveTo>
                  <a:pt x="16" y="213"/>
                </a:moveTo>
                <a:cubicBezTo>
                  <a:pt x="5" y="213"/>
                  <a:pt x="0" y="210"/>
                  <a:pt x="0" y="206"/>
                </a:cubicBezTo>
                <a:cubicBezTo>
                  <a:pt x="0" y="202"/>
                  <a:pt x="4" y="185"/>
                  <a:pt x="14" y="155"/>
                </a:cubicBezTo>
                <a:cubicBezTo>
                  <a:pt x="23" y="125"/>
                  <a:pt x="33" y="96"/>
                  <a:pt x="44" y="66"/>
                </a:cubicBezTo>
                <a:lnTo>
                  <a:pt x="59" y="23"/>
                </a:lnTo>
                <a:cubicBezTo>
                  <a:pt x="62" y="13"/>
                  <a:pt x="66" y="5"/>
                  <a:pt x="70" y="0"/>
                </a:cubicBezTo>
                <a:lnTo>
                  <a:pt x="483" y="0"/>
                </a:lnTo>
                <a:lnTo>
                  <a:pt x="563" y="0"/>
                </a:lnTo>
                <a:cubicBezTo>
                  <a:pt x="582" y="0"/>
                  <a:pt x="593" y="1"/>
                  <a:pt x="596" y="1"/>
                </a:cubicBezTo>
                <a:cubicBezTo>
                  <a:pt x="600" y="2"/>
                  <a:pt x="602" y="4"/>
                  <a:pt x="603" y="9"/>
                </a:cubicBezTo>
                <a:cubicBezTo>
                  <a:pt x="603" y="13"/>
                  <a:pt x="598" y="46"/>
                  <a:pt x="588" y="110"/>
                </a:cubicBezTo>
                <a:cubicBezTo>
                  <a:pt x="578" y="173"/>
                  <a:pt x="572" y="206"/>
                  <a:pt x="571" y="207"/>
                </a:cubicBezTo>
                <a:cubicBezTo>
                  <a:pt x="571" y="211"/>
                  <a:pt x="565" y="213"/>
                  <a:pt x="554" y="213"/>
                </a:cubicBezTo>
                <a:cubicBezTo>
                  <a:pt x="549" y="213"/>
                  <a:pt x="545" y="213"/>
                  <a:pt x="544" y="213"/>
                </a:cubicBezTo>
                <a:cubicBezTo>
                  <a:pt x="542" y="213"/>
                  <a:pt x="540" y="211"/>
                  <a:pt x="538" y="208"/>
                </a:cubicBezTo>
                <a:lnTo>
                  <a:pt x="536" y="206"/>
                </a:lnTo>
                <a:cubicBezTo>
                  <a:pt x="536" y="201"/>
                  <a:pt x="538" y="188"/>
                  <a:pt x="542" y="165"/>
                </a:cubicBezTo>
                <a:cubicBezTo>
                  <a:pt x="545" y="142"/>
                  <a:pt x="547" y="124"/>
                  <a:pt x="547" y="111"/>
                </a:cubicBezTo>
                <a:cubicBezTo>
                  <a:pt x="547" y="91"/>
                  <a:pt x="543" y="75"/>
                  <a:pt x="536" y="65"/>
                </a:cubicBezTo>
                <a:cubicBezTo>
                  <a:pt x="528" y="54"/>
                  <a:pt x="511" y="47"/>
                  <a:pt x="486" y="43"/>
                </a:cubicBezTo>
                <a:cubicBezTo>
                  <a:pt x="483" y="42"/>
                  <a:pt x="466" y="41"/>
                  <a:pt x="435" y="41"/>
                </a:cubicBezTo>
                <a:cubicBezTo>
                  <a:pt x="408" y="41"/>
                  <a:pt x="391" y="41"/>
                  <a:pt x="384" y="42"/>
                </a:cubicBezTo>
                <a:cubicBezTo>
                  <a:pt x="377" y="42"/>
                  <a:pt x="372" y="45"/>
                  <a:pt x="368" y="49"/>
                </a:cubicBezTo>
                <a:cubicBezTo>
                  <a:pt x="367" y="49"/>
                  <a:pt x="347" y="131"/>
                  <a:pt x="305" y="296"/>
                </a:cubicBezTo>
                <a:cubicBezTo>
                  <a:pt x="264" y="459"/>
                  <a:pt x="244" y="542"/>
                  <a:pt x="244" y="545"/>
                </a:cubicBezTo>
                <a:cubicBezTo>
                  <a:pt x="244" y="552"/>
                  <a:pt x="270" y="556"/>
                  <a:pt x="321" y="557"/>
                </a:cubicBezTo>
                <a:cubicBezTo>
                  <a:pt x="340" y="557"/>
                  <a:pt x="352" y="558"/>
                  <a:pt x="357" y="558"/>
                </a:cubicBezTo>
                <a:cubicBezTo>
                  <a:pt x="363" y="559"/>
                  <a:pt x="365" y="561"/>
                  <a:pt x="365" y="566"/>
                </a:cubicBezTo>
                <a:cubicBezTo>
                  <a:pt x="365" y="569"/>
                  <a:pt x="365" y="573"/>
                  <a:pt x="363" y="578"/>
                </a:cubicBezTo>
                <a:cubicBezTo>
                  <a:pt x="360" y="589"/>
                  <a:pt x="358" y="595"/>
                  <a:pt x="355" y="597"/>
                </a:cubicBezTo>
                <a:lnTo>
                  <a:pt x="353" y="598"/>
                </a:lnTo>
                <a:cubicBezTo>
                  <a:pt x="351" y="598"/>
                  <a:pt x="349" y="598"/>
                  <a:pt x="347" y="598"/>
                </a:cubicBezTo>
                <a:cubicBezTo>
                  <a:pt x="344" y="598"/>
                  <a:pt x="329" y="598"/>
                  <a:pt x="301" y="597"/>
                </a:cubicBezTo>
                <a:cubicBezTo>
                  <a:pt x="273" y="596"/>
                  <a:pt x="234" y="596"/>
                  <a:pt x="182" y="596"/>
                </a:cubicBezTo>
                <a:cubicBezTo>
                  <a:pt x="106" y="596"/>
                  <a:pt x="58" y="597"/>
                  <a:pt x="38" y="598"/>
                </a:cubicBezTo>
                <a:lnTo>
                  <a:pt x="24" y="598"/>
                </a:lnTo>
                <a:cubicBezTo>
                  <a:pt x="21" y="594"/>
                  <a:pt x="19" y="592"/>
                  <a:pt x="19" y="590"/>
                </a:cubicBezTo>
                <a:cubicBezTo>
                  <a:pt x="19" y="588"/>
                  <a:pt x="20" y="583"/>
                  <a:pt x="21" y="574"/>
                </a:cubicBezTo>
                <a:cubicBezTo>
                  <a:pt x="23" y="566"/>
                  <a:pt x="26" y="561"/>
                  <a:pt x="30" y="557"/>
                </a:cubicBezTo>
                <a:lnTo>
                  <a:pt x="54" y="557"/>
                </a:lnTo>
                <a:lnTo>
                  <a:pt x="64" y="557"/>
                </a:lnTo>
                <a:cubicBezTo>
                  <a:pt x="111" y="557"/>
                  <a:pt x="139" y="555"/>
                  <a:pt x="148" y="549"/>
                </a:cubicBezTo>
                <a:cubicBezTo>
                  <a:pt x="148" y="549"/>
                  <a:pt x="149" y="548"/>
                  <a:pt x="150" y="548"/>
                </a:cubicBezTo>
                <a:cubicBezTo>
                  <a:pt x="152" y="547"/>
                  <a:pt x="155" y="541"/>
                  <a:pt x="158" y="531"/>
                </a:cubicBezTo>
                <a:cubicBezTo>
                  <a:pt x="161" y="521"/>
                  <a:pt x="173" y="475"/>
                  <a:pt x="194" y="393"/>
                </a:cubicBezTo>
                <a:cubicBezTo>
                  <a:pt x="204" y="353"/>
                  <a:pt x="212" y="320"/>
                  <a:pt x="218" y="295"/>
                </a:cubicBezTo>
                <a:cubicBezTo>
                  <a:pt x="259" y="132"/>
                  <a:pt x="280" y="50"/>
                  <a:pt x="280" y="46"/>
                </a:cubicBezTo>
                <a:cubicBezTo>
                  <a:pt x="280" y="43"/>
                  <a:pt x="271" y="42"/>
                  <a:pt x="254" y="42"/>
                </a:cubicBezTo>
                <a:lnTo>
                  <a:pt x="227" y="42"/>
                </a:lnTo>
                <a:cubicBezTo>
                  <a:pt x="188" y="42"/>
                  <a:pt x="162" y="44"/>
                  <a:pt x="150" y="47"/>
                </a:cubicBezTo>
                <a:cubicBezTo>
                  <a:pt x="123" y="53"/>
                  <a:pt x="103" y="65"/>
                  <a:pt x="88" y="83"/>
                </a:cubicBezTo>
                <a:cubicBezTo>
                  <a:pt x="73" y="101"/>
                  <a:pt x="57" y="135"/>
                  <a:pt x="40" y="185"/>
                </a:cubicBezTo>
                <a:cubicBezTo>
                  <a:pt x="36" y="198"/>
                  <a:pt x="33" y="207"/>
                  <a:pt x="31" y="209"/>
                </a:cubicBezTo>
                <a:cubicBezTo>
                  <a:pt x="30" y="212"/>
                  <a:pt x="26" y="213"/>
                  <a:pt x="19" y="213"/>
                </a:cubicBezTo>
                <a:lnTo>
                  <a:pt x="16" y="21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8" name=""/>
          <p:cNvSpPr/>
          <p:nvPr/>
        </p:nvSpPr>
        <p:spPr>
          <a:xfrm>
            <a:off x="8471880" y="3479760"/>
            <a:ext cx="194400" cy="245880"/>
          </a:xfrm>
          <a:custGeom>
            <a:avLst/>
            <a:gdLst/>
            <a:ahLst/>
            <a:rect l="0" t="0" r="r" b="b"/>
            <a:pathLst>
              <a:path w="540" h="683">
                <a:moveTo>
                  <a:pt x="522" y="0"/>
                </a:moveTo>
                <a:cubicBezTo>
                  <a:pt x="527" y="0"/>
                  <a:pt x="531" y="2"/>
                  <a:pt x="535" y="6"/>
                </a:cubicBezTo>
                <a:cubicBezTo>
                  <a:pt x="538" y="9"/>
                  <a:pt x="540" y="14"/>
                  <a:pt x="540" y="19"/>
                </a:cubicBezTo>
                <a:cubicBezTo>
                  <a:pt x="540" y="24"/>
                  <a:pt x="538" y="28"/>
                  <a:pt x="534" y="31"/>
                </a:cubicBezTo>
                <a:cubicBezTo>
                  <a:pt x="533" y="32"/>
                  <a:pt x="454" y="70"/>
                  <a:pt x="295" y="145"/>
                </a:cubicBezTo>
                <a:lnTo>
                  <a:pt x="60" y="257"/>
                </a:lnTo>
                <a:lnTo>
                  <a:pt x="279" y="361"/>
                </a:lnTo>
                <a:cubicBezTo>
                  <a:pt x="449" y="441"/>
                  <a:pt x="535" y="482"/>
                  <a:pt x="537" y="485"/>
                </a:cubicBezTo>
                <a:cubicBezTo>
                  <a:pt x="539" y="489"/>
                  <a:pt x="540" y="492"/>
                  <a:pt x="540" y="495"/>
                </a:cubicBezTo>
                <a:cubicBezTo>
                  <a:pt x="540" y="505"/>
                  <a:pt x="535" y="511"/>
                  <a:pt x="524" y="512"/>
                </a:cubicBezTo>
                <a:lnTo>
                  <a:pt x="519" y="512"/>
                </a:lnTo>
                <a:lnTo>
                  <a:pt x="264" y="393"/>
                </a:lnTo>
                <a:cubicBezTo>
                  <a:pt x="94" y="312"/>
                  <a:pt x="8" y="271"/>
                  <a:pt x="7" y="270"/>
                </a:cubicBezTo>
                <a:cubicBezTo>
                  <a:pt x="3" y="267"/>
                  <a:pt x="0" y="262"/>
                  <a:pt x="0" y="255"/>
                </a:cubicBezTo>
                <a:cubicBezTo>
                  <a:pt x="1" y="249"/>
                  <a:pt x="5" y="244"/>
                  <a:pt x="12" y="240"/>
                </a:cubicBezTo>
                <a:cubicBezTo>
                  <a:pt x="17" y="238"/>
                  <a:pt x="101" y="197"/>
                  <a:pt x="264" y="120"/>
                </a:cubicBezTo>
                <a:cubicBezTo>
                  <a:pt x="428" y="43"/>
                  <a:pt x="511" y="4"/>
                  <a:pt x="514" y="2"/>
                </a:cubicBezTo>
                <a:cubicBezTo>
                  <a:pt x="517" y="1"/>
                  <a:pt x="519" y="0"/>
                  <a:pt x="522" y="0"/>
                </a:cubicBezTo>
                <a:moveTo>
                  <a:pt x="1" y="666"/>
                </a:moveTo>
                <a:cubicBezTo>
                  <a:pt x="1" y="660"/>
                  <a:pt x="6" y="654"/>
                  <a:pt x="15" y="648"/>
                </a:cubicBezTo>
                <a:lnTo>
                  <a:pt x="526" y="648"/>
                </a:lnTo>
                <a:cubicBezTo>
                  <a:pt x="535" y="652"/>
                  <a:pt x="540" y="658"/>
                  <a:pt x="540" y="666"/>
                </a:cubicBezTo>
                <a:cubicBezTo>
                  <a:pt x="540" y="673"/>
                  <a:pt x="535" y="679"/>
                  <a:pt x="527" y="683"/>
                </a:cubicBezTo>
                <a:lnTo>
                  <a:pt x="14" y="683"/>
                </a:lnTo>
                <a:cubicBezTo>
                  <a:pt x="5" y="679"/>
                  <a:pt x="1" y="673"/>
                  <a:pt x="1" y="6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9" name=""/>
          <p:cNvSpPr/>
          <p:nvPr/>
        </p:nvSpPr>
        <p:spPr>
          <a:xfrm>
            <a:off x="8793000" y="347040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0" y="71"/>
                </a:moveTo>
                <a:cubicBezTo>
                  <a:pt x="83" y="24"/>
                  <a:pt x="128" y="0"/>
                  <a:pt x="186" y="0"/>
                </a:cubicBezTo>
                <a:cubicBezTo>
                  <a:pt x="214" y="0"/>
                  <a:pt x="242" y="8"/>
                  <a:pt x="271" y="23"/>
                </a:cubicBezTo>
                <a:cubicBezTo>
                  <a:pt x="299" y="38"/>
                  <a:pt x="322" y="65"/>
                  <a:pt x="339" y="104"/>
                </a:cubicBezTo>
                <a:cubicBezTo>
                  <a:pt x="361" y="153"/>
                  <a:pt x="372" y="220"/>
                  <a:pt x="372" y="305"/>
                </a:cubicBezTo>
                <a:cubicBezTo>
                  <a:pt x="372" y="397"/>
                  <a:pt x="359" y="467"/>
                  <a:pt x="334" y="515"/>
                </a:cubicBezTo>
                <a:cubicBezTo>
                  <a:pt x="322" y="539"/>
                  <a:pt x="306" y="559"/>
                  <a:pt x="286" y="574"/>
                </a:cubicBezTo>
                <a:cubicBezTo>
                  <a:pt x="265" y="588"/>
                  <a:pt x="247" y="598"/>
                  <a:pt x="232" y="601"/>
                </a:cubicBezTo>
                <a:cubicBezTo>
                  <a:pt x="217" y="605"/>
                  <a:pt x="202" y="607"/>
                  <a:pt x="187" y="607"/>
                </a:cubicBezTo>
                <a:cubicBezTo>
                  <a:pt x="171" y="607"/>
                  <a:pt x="155" y="605"/>
                  <a:pt x="140" y="602"/>
                </a:cubicBezTo>
                <a:cubicBezTo>
                  <a:pt x="125" y="598"/>
                  <a:pt x="107" y="589"/>
                  <a:pt x="86" y="574"/>
                </a:cubicBezTo>
                <a:cubicBezTo>
                  <a:pt x="66" y="558"/>
                  <a:pt x="50" y="539"/>
                  <a:pt x="38" y="515"/>
                </a:cubicBezTo>
                <a:cubicBezTo>
                  <a:pt x="13" y="467"/>
                  <a:pt x="0" y="397"/>
                  <a:pt x="0" y="305"/>
                </a:cubicBezTo>
                <a:cubicBezTo>
                  <a:pt x="0" y="203"/>
                  <a:pt x="17" y="125"/>
                  <a:pt x="50" y="71"/>
                </a:cubicBezTo>
                <a:moveTo>
                  <a:pt x="249" y="61"/>
                </a:moveTo>
                <a:cubicBezTo>
                  <a:pt x="232" y="42"/>
                  <a:pt x="211" y="33"/>
                  <a:pt x="187" y="33"/>
                </a:cubicBezTo>
                <a:cubicBezTo>
                  <a:pt x="161" y="33"/>
                  <a:pt x="140" y="42"/>
                  <a:pt x="122" y="61"/>
                </a:cubicBezTo>
                <a:cubicBezTo>
                  <a:pt x="108" y="76"/>
                  <a:pt x="98" y="97"/>
                  <a:pt x="93" y="124"/>
                </a:cubicBezTo>
                <a:cubicBezTo>
                  <a:pt x="89" y="151"/>
                  <a:pt x="86" y="208"/>
                  <a:pt x="86" y="293"/>
                </a:cubicBezTo>
                <a:cubicBezTo>
                  <a:pt x="86" y="387"/>
                  <a:pt x="89" y="448"/>
                  <a:pt x="93" y="478"/>
                </a:cubicBezTo>
                <a:cubicBezTo>
                  <a:pt x="98" y="507"/>
                  <a:pt x="109" y="530"/>
                  <a:pt x="125" y="547"/>
                </a:cubicBezTo>
                <a:cubicBezTo>
                  <a:pt x="142" y="565"/>
                  <a:pt x="162" y="574"/>
                  <a:pt x="187" y="574"/>
                </a:cubicBezTo>
                <a:cubicBezTo>
                  <a:pt x="210" y="574"/>
                  <a:pt x="230" y="565"/>
                  <a:pt x="247" y="547"/>
                </a:cubicBezTo>
                <a:cubicBezTo>
                  <a:pt x="264" y="530"/>
                  <a:pt x="274" y="505"/>
                  <a:pt x="278" y="473"/>
                </a:cubicBezTo>
                <a:cubicBezTo>
                  <a:pt x="283" y="442"/>
                  <a:pt x="285" y="382"/>
                  <a:pt x="286" y="293"/>
                </a:cubicBezTo>
                <a:cubicBezTo>
                  <a:pt x="286" y="208"/>
                  <a:pt x="283" y="152"/>
                  <a:pt x="278" y="125"/>
                </a:cubicBezTo>
                <a:cubicBezTo>
                  <a:pt x="274" y="98"/>
                  <a:pt x="264" y="77"/>
                  <a:pt x="249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970320" y="339084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を追加。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1" name=""/>
          <p:cNvSpPr/>
          <p:nvPr/>
        </p:nvSpPr>
        <p:spPr>
          <a:xfrm>
            <a:off x="9058320" y="3466800"/>
            <a:ext cx="272520" cy="217080"/>
          </a:xfrm>
          <a:custGeom>
            <a:avLst/>
            <a:gdLst/>
            <a:ahLst/>
            <a:rect l="0" t="0" r="r" b="b"/>
            <a:pathLst>
              <a:path w="757" h="603">
                <a:moveTo>
                  <a:pt x="180" y="41"/>
                </a:moveTo>
                <a:cubicBezTo>
                  <a:pt x="179" y="41"/>
                  <a:pt x="176" y="41"/>
                  <a:pt x="173" y="41"/>
                </a:cubicBezTo>
                <a:cubicBezTo>
                  <a:pt x="159" y="41"/>
                  <a:pt x="150" y="41"/>
                  <a:pt x="147" y="40"/>
                </a:cubicBezTo>
                <a:cubicBezTo>
                  <a:pt x="144" y="39"/>
                  <a:pt x="142" y="36"/>
                  <a:pt x="142" y="30"/>
                </a:cubicBezTo>
                <a:cubicBezTo>
                  <a:pt x="142" y="14"/>
                  <a:pt x="146" y="5"/>
                  <a:pt x="152" y="1"/>
                </a:cubicBezTo>
                <a:cubicBezTo>
                  <a:pt x="153" y="1"/>
                  <a:pt x="182" y="0"/>
                  <a:pt x="238" y="0"/>
                </a:cubicBezTo>
                <a:cubicBezTo>
                  <a:pt x="283" y="0"/>
                  <a:pt x="309" y="0"/>
                  <a:pt x="315" y="0"/>
                </a:cubicBezTo>
                <a:cubicBezTo>
                  <a:pt x="322" y="0"/>
                  <a:pt x="326" y="2"/>
                  <a:pt x="327" y="6"/>
                </a:cubicBezTo>
                <a:cubicBezTo>
                  <a:pt x="451" y="298"/>
                  <a:pt x="515" y="448"/>
                  <a:pt x="517" y="455"/>
                </a:cubicBezTo>
                <a:lnTo>
                  <a:pt x="564" y="266"/>
                </a:lnTo>
                <a:cubicBezTo>
                  <a:pt x="596" y="143"/>
                  <a:pt x="611" y="76"/>
                  <a:pt x="611" y="68"/>
                </a:cubicBezTo>
                <a:cubicBezTo>
                  <a:pt x="611" y="52"/>
                  <a:pt x="592" y="43"/>
                  <a:pt x="555" y="41"/>
                </a:cubicBezTo>
                <a:cubicBezTo>
                  <a:pt x="541" y="41"/>
                  <a:pt x="534" y="38"/>
                  <a:pt x="534" y="31"/>
                </a:cubicBezTo>
                <a:cubicBezTo>
                  <a:pt x="534" y="30"/>
                  <a:pt x="534" y="26"/>
                  <a:pt x="535" y="21"/>
                </a:cubicBezTo>
                <a:cubicBezTo>
                  <a:pt x="538" y="11"/>
                  <a:pt x="540" y="6"/>
                  <a:pt x="541" y="4"/>
                </a:cubicBezTo>
                <a:cubicBezTo>
                  <a:pt x="542" y="2"/>
                  <a:pt x="545" y="1"/>
                  <a:pt x="550" y="0"/>
                </a:cubicBezTo>
                <a:cubicBezTo>
                  <a:pt x="551" y="0"/>
                  <a:pt x="560" y="1"/>
                  <a:pt x="577" y="1"/>
                </a:cubicBezTo>
                <a:cubicBezTo>
                  <a:pt x="593" y="2"/>
                  <a:pt x="618" y="2"/>
                  <a:pt x="650" y="3"/>
                </a:cubicBezTo>
                <a:cubicBezTo>
                  <a:pt x="679" y="3"/>
                  <a:pt x="702" y="3"/>
                  <a:pt x="717" y="2"/>
                </a:cubicBezTo>
                <a:cubicBezTo>
                  <a:pt x="732" y="2"/>
                  <a:pt x="741" y="1"/>
                  <a:pt x="743" y="1"/>
                </a:cubicBezTo>
                <a:cubicBezTo>
                  <a:pt x="752" y="1"/>
                  <a:pt x="757" y="4"/>
                  <a:pt x="757" y="10"/>
                </a:cubicBezTo>
                <a:cubicBezTo>
                  <a:pt x="757" y="23"/>
                  <a:pt x="754" y="32"/>
                  <a:pt x="750" y="36"/>
                </a:cubicBezTo>
                <a:cubicBezTo>
                  <a:pt x="748" y="39"/>
                  <a:pt x="742" y="41"/>
                  <a:pt x="730" y="41"/>
                </a:cubicBezTo>
                <a:cubicBezTo>
                  <a:pt x="688" y="43"/>
                  <a:pt x="662" y="55"/>
                  <a:pt x="652" y="76"/>
                </a:cubicBezTo>
                <a:lnTo>
                  <a:pt x="520" y="597"/>
                </a:lnTo>
                <a:cubicBezTo>
                  <a:pt x="519" y="601"/>
                  <a:pt x="513" y="603"/>
                  <a:pt x="502" y="603"/>
                </a:cubicBezTo>
                <a:cubicBezTo>
                  <a:pt x="494" y="603"/>
                  <a:pt x="489" y="603"/>
                  <a:pt x="487" y="601"/>
                </a:cubicBezTo>
                <a:cubicBezTo>
                  <a:pt x="485" y="600"/>
                  <a:pt x="447" y="511"/>
                  <a:pt x="373" y="334"/>
                </a:cubicBezTo>
                <a:lnTo>
                  <a:pt x="261" y="70"/>
                </a:lnTo>
                <a:lnTo>
                  <a:pt x="204" y="300"/>
                </a:lnTo>
                <a:cubicBezTo>
                  <a:pt x="166" y="450"/>
                  <a:pt x="147" y="528"/>
                  <a:pt x="147" y="534"/>
                </a:cubicBezTo>
                <a:cubicBezTo>
                  <a:pt x="150" y="553"/>
                  <a:pt x="171" y="563"/>
                  <a:pt x="210" y="563"/>
                </a:cubicBezTo>
                <a:lnTo>
                  <a:pt x="219" y="563"/>
                </a:lnTo>
                <a:cubicBezTo>
                  <a:pt x="223" y="566"/>
                  <a:pt x="224" y="568"/>
                  <a:pt x="224" y="570"/>
                </a:cubicBezTo>
                <a:cubicBezTo>
                  <a:pt x="224" y="571"/>
                  <a:pt x="224" y="577"/>
                  <a:pt x="223" y="586"/>
                </a:cubicBezTo>
                <a:cubicBezTo>
                  <a:pt x="220" y="594"/>
                  <a:pt x="217" y="600"/>
                  <a:pt x="214" y="603"/>
                </a:cubicBezTo>
                <a:lnTo>
                  <a:pt x="202" y="603"/>
                </a:lnTo>
                <a:cubicBezTo>
                  <a:pt x="184" y="602"/>
                  <a:pt x="152" y="601"/>
                  <a:pt x="106" y="601"/>
                </a:cubicBezTo>
                <a:cubicBezTo>
                  <a:pt x="90" y="601"/>
                  <a:pt x="75" y="601"/>
                  <a:pt x="61" y="601"/>
                </a:cubicBezTo>
                <a:cubicBezTo>
                  <a:pt x="48" y="601"/>
                  <a:pt x="37" y="601"/>
                  <a:pt x="29" y="601"/>
                </a:cubicBezTo>
                <a:cubicBezTo>
                  <a:pt x="20" y="601"/>
                  <a:pt x="15" y="602"/>
                  <a:pt x="14" y="602"/>
                </a:cubicBezTo>
                <a:cubicBezTo>
                  <a:pt x="5" y="602"/>
                  <a:pt x="0" y="600"/>
                  <a:pt x="0" y="594"/>
                </a:cubicBezTo>
                <a:cubicBezTo>
                  <a:pt x="0" y="592"/>
                  <a:pt x="1" y="587"/>
                  <a:pt x="3" y="580"/>
                </a:cubicBezTo>
                <a:cubicBezTo>
                  <a:pt x="5" y="573"/>
                  <a:pt x="6" y="569"/>
                  <a:pt x="7" y="568"/>
                </a:cubicBezTo>
                <a:cubicBezTo>
                  <a:pt x="9" y="564"/>
                  <a:pt x="15" y="563"/>
                  <a:pt x="28" y="563"/>
                </a:cubicBezTo>
                <a:cubicBezTo>
                  <a:pt x="68" y="561"/>
                  <a:pt x="94" y="549"/>
                  <a:pt x="105" y="528"/>
                </a:cubicBezTo>
                <a:cubicBezTo>
                  <a:pt x="108" y="525"/>
                  <a:pt x="128" y="443"/>
                  <a:pt x="169" y="283"/>
                </a:cubicBezTo>
                <a:lnTo>
                  <a:pt x="229" y="44"/>
                </a:lnTo>
                <a:cubicBezTo>
                  <a:pt x="228" y="43"/>
                  <a:pt x="211" y="42"/>
                  <a:pt x="180" y="4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2" name=""/>
          <p:cNvSpPr/>
          <p:nvPr/>
        </p:nvSpPr>
        <p:spPr>
          <a:xfrm>
            <a:off x="9444960" y="3481920"/>
            <a:ext cx="194040" cy="245880"/>
          </a:xfrm>
          <a:custGeom>
            <a:avLst/>
            <a:gdLst/>
            <a:ahLst/>
            <a:rect l="0" t="0" r="r" b="b"/>
            <a:pathLst>
              <a:path w="539" h="683">
                <a:moveTo>
                  <a:pt x="521" y="0"/>
                </a:moveTo>
                <a:cubicBezTo>
                  <a:pt x="526" y="0"/>
                  <a:pt x="530" y="2"/>
                  <a:pt x="534" y="5"/>
                </a:cubicBezTo>
                <a:cubicBezTo>
                  <a:pt x="537" y="9"/>
                  <a:pt x="539" y="13"/>
                  <a:pt x="539" y="18"/>
                </a:cubicBezTo>
                <a:cubicBezTo>
                  <a:pt x="539" y="24"/>
                  <a:pt x="537" y="28"/>
                  <a:pt x="533" y="31"/>
                </a:cubicBezTo>
                <a:cubicBezTo>
                  <a:pt x="532" y="31"/>
                  <a:pt x="453" y="69"/>
                  <a:pt x="294" y="144"/>
                </a:cubicBezTo>
                <a:lnTo>
                  <a:pt x="59" y="256"/>
                </a:lnTo>
                <a:lnTo>
                  <a:pt x="278" y="360"/>
                </a:lnTo>
                <a:cubicBezTo>
                  <a:pt x="448" y="440"/>
                  <a:pt x="534" y="482"/>
                  <a:pt x="536" y="485"/>
                </a:cubicBezTo>
                <a:cubicBezTo>
                  <a:pt x="538" y="488"/>
                  <a:pt x="539" y="491"/>
                  <a:pt x="539" y="494"/>
                </a:cubicBezTo>
                <a:cubicBezTo>
                  <a:pt x="539" y="505"/>
                  <a:pt x="534" y="511"/>
                  <a:pt x="523" y="512"/>
                </a:cubicBezTo>
                <a:lnTo>
                  <a:pt x="518" y="512"/>
                </a:lnTo>
                <a:lnTo>
                  <a:pt x="263" y="392"/>
                </a:lnTo>
                <a:cubicBezTo>
                  <a:pt x="93" y="312"/>
                  <a:pt x="7" y="271"/>
                  <a:pt x="6" y="270"/>
                </a:cubicBezTo>
                <a:cubicBezTo>
                  <a:pt x="2" y="267"/>
                  <a:pt x="0" y="262"/>
                  <a:pt x="0" y="255"/>
                </a:cubicBezTo>
                <a:cubicBezTo>
                  <a:pt x="0" y="248"/>
                  <a:pt x="4" y="243"/>
                  <a:pt x="11" y="240"/>
                </a:cubicBezTo>
                <a:cubicBezTo>
                  <a:pt x="16" y="237"/>
                  <a:pt x="100" y="197"/>
                  <a:pt x="263" y="120"/>
                </a:cubicBezTo>
                <a:cubicBezTo>
                  <a:pt x="427" y="43"/>
                  <a:pt x="510" y="3"/>
                  <a:pt x="513" y="2"/>
                </a:cubicBezTo>
                <a:cubicBezTo>
                  <a:pt x="516" y="0"/>
                  <a:pt x="518" y="0"/>
                  <a:pt x="521" y="0"/>
                </a:cubicBezTo>
                <a:moveTo>
                  <a:pt x="0" y="665"/>
                </a:moveTo>
                <a:cubicBezTo>
                  <a:pt x="0" y="659"/>
                  <a:pt x="5" y="653"/>
                  <a:pt x="14" y="648"/>
                </a:cubicBezTo>
                <a:lnTo>
                  <a:pt x="525" y="648"/>
                </a:lnTo>
                <a:cubicBezTo>
                  <a:pt x="534" y="651"/>
                  <a:pt x="539" y="657"/>
                  <a:pt x="539" y="665"/>
                </a:cubicBezTo>
                <a:cubicBezTo>
                  <a:pt x="539" y="672"/>
                  <a:pt x="535" y="678"/>
                  <a:pt x="526" y="683"/>
                </a:cubicBezTo>
                <a:lnTo>
                  <a:pt x="13" y="683"/>
                </a:lnTo>
                <a:cubicBezTo>
                  <a:pt x="5" y="679"/>
                  <a:pt x="0" y="673"/>
                  <a:pt x="0" y="66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3" name=""/>
          <p:cNvSpPr/>
          <p:nvPr/>
        </p:nvSpPr>
        <p:spPr>
          <a:xfrm>
            <a:off x="9765720" y="3472200"/>
            <a:ext cx="133920" cy="218880"/>
          </a:xfrm>
          <a:custGeom>
            <a:avLst/>
            <a:gdLst/>
            <a:ahLst/>
            <a:rect l="0" t="0" r="r" b="b"/>
            <a:pathLst>
              <a:path w="372" h="608">
                <a:moveTo>
                  <a:pt x="50" y="72"/>
                </a:moveTo>
                <a:cubicBezTo>
                  <a:pt x="84" y="24"/>
                  <a:pt x="129" y="0"/>
                  <a:pt x="186" y="0"/>
                </a:cubicBezTo>
                <a:cubicBezTo>
                  <a:pt x="214" y="0"/>
                  <a:pt x="243" y="8"/>
                  <a:pt x="271" y="23"/>
                </a:cubicBezTo>
                <a:cubicBezTo>
                  <a:pt x="299" y="38"/>
                  <a:pt x="322" y="66"/>
                  <a:pt x="340" y="104"/>
                </a:cubicBezTo>
                <a:cubicBezTo>
                  <a:pt x="361" y="153"/>
                  <a:pt x="372" y="220"/>
                  <a:pt x="372" y="305"/>
                </a:cubicBezTo>
                <a:cubicBezTo>
                  <a:pt x="372" y="397"/>
                  <a:pt x="359" y="467"/>
                  <a:pt x="334" y="515"/>
                </a:cubicBezTo>
                <a:cubicBezTo>
                  <a:pt x="322" y="540"/>
                  <a:pt x="306" y="559"/>
                  <a:pt x="286" y="574"/>
                </a:cubicBezTo>
                <a:cubicBezTo>
                  <a:pt x="265" y="589"/>
                  <a:pt x="247" y="598"/>
                  <a:pt x="232" y="601"/>
                </a:cubicBezTo>
                <a:cubicBezTo>
                  <a:pt x="217" y="605"/>
                  <a:pt x="202" y="607"/>
                  <a:pt x="187" y="608"/>
                </a:cubicBezTo>
                <a:cubicBezTo>
                  <a:pt x="172" y="608"/>
                  <a:pt x="157" y="606"/>
                  <a:pt x="141" y="602"/>
                </a:cubicBezTo>
                <a:cubicBezTo>
                  <a:pt x="126" y="599"/>
                  <a:pt x="108" y="589"/>
                  <a:pt x="87" y="574"/>
                </a:cubicBezTo>
                <a:cubicBezTo>
                  <a:pt x="66" y="559"/>
                  <a:pt x="50" y="539"/>
                  <a:pt x="38" y="515"/>
                </a:cubicBezTo>
                <a:cubicBezTo>
                  <a:pt x="13" y="467"/>
                  <a:pt x="0" y="397"/>
                  <a:pt x="0" y="305"/>
                </a:cubicBezTo>
                <a:cubicBezTo>
                  <a:pt x="0" y="203"/>
                  <a:pt x="17" y="125"/>
                  <a:pt x="50" y="72"/>
                </a:cubicBezTo>
                <a:moveTo>
                  <a:pt x="250" y="61"/>
                </a:moveTo>
                <a:cubicBezTo>
                  <a:pt x="232" y="42"/>
                  <a:pt x="211" y="33"/>
                  <a:pt x="187" y="33"/>
                </a:cubicBezTo>
                <a:cubicBezTo>
                  <a:pt x="162" y="33"/>
                  <a:pt x="141" y="42"/>
                  <a:pt x="124" y="61"/>
                </a:cubicBezTo>
                <a:cubicBezTo>
                  <a:pt x="109" y="76"/>
                  <a:pt x="99" y="98"/>
                  <a:pt x="95" y="125"/>
                </a:cubicBezTo>
                <a:cubicBezTo>
                  <a:pt x="90" y="152"/>
                  <a:pt x="87" y="208"/>
                  <a:pt x="87" y="294"/>
                </a:cubicBezTo>
                <a:cubicBezTo>
                  <a:pt x="87" y="388"/>
                  <a:pt x="90" y="449"/>
                  <a:pt x="95" y="478"/>
                </a:cubicBezTo>
                <a:cubicBezTo>
                  <a:pt x="99" y="507"/>
                  <a:pt x="110" y="531"/>
                  <a:pt x="126" y="548"/>
                </a:cubicBezTo>
                <a:cubicBezTo>
                  <a:pt x="143" y="565"/>
                  <a:pt x="163" y="574"/>
                  <a:pt x="187" y="574"/>
                </a:cubicBezTo>
                <a:cubicBezTo>
                  <a:pt x="211" y="574"/>
                  <a:pt x="231" y="565"/>
                  <a:pt x="247" y="548"/>
                </a:cubicBezTo>
                <a:cubicBezTo>
                  <a:pt x="264" y="530"/>
                  <a:pt x="275" y="505"/>
                  <a:pt x="279" y="474"/>
                </a:cubicBezTo>
                <a:cubicBezTo>
                  <a:pt x="283" y="442"/>
                  <a:pt x="285" y="382"/>
                  <a:pt x="286" y="294"/>
                </a:cubicBezTo>
                <a:cubicBezTo>
                  <a:pt x="286" y="209"/>
                  <a:pt x="283" y="152"/>
                  <a:pt x="279" y="125"/>
                </a:cubicBezTo>
                <a:cubicBezTo>
                  <a:pt x="274" y="98"/>
                  <a:pt x="264" y="77"/>
                  <a:pt x="250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8940600" y="339084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5" name=""/>
          <p:cNvSpPr/>
          <p:nvPr/>
        </p:nvSpPr>
        <p:spPr>
          <a:xfrm>
            <a:off x="10020240" y="3419280"/>
            <a:ext cx="1229040" cy="371880"/>
          </a:xfrm>
          <a:custGeom>
            <a:avLst/>
            <a:gdLst/>
            <a:ahLst/>
            <a:rect l="0" t="0" r="r" b="b"/>
            <a:pathLst>
              <a:path w="3414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414" y="0"/>
                </a:lnTo>
                <a:lnTo>
                  <a:pt x="3414" y="1033"/>
                </a:ln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9914040" y="339084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7" name=""/>
          <p:cNvSpPr/>
          <p:nvPr/>
        </p:nvSpPr>
        <p:spPr>
          <a:xfrm>
            <a:off x="1304640" y="3828960"/>
            <a:ext cx="657720" cy="371880"/>
          </a:xfrm>
          <a:custGeom>
            <a:avLst/>
            <a:gdLst/>
            <a:ahLst/>
            <a:rect l="0" t="0" r="r" b="b"/>
            <a:pathLst>
              <a:path w="1827" h="1033">
                <a:moveTo>
                  <a:pt x="0" y="0"/>
                </a:moveTo>
                <a:lnTo>
                  <a:pt x="1668" y="0"/>
                </a:lnTo>
                <a:cubicBezTo>
                  <a:pt x="1679" y="0"/>
                  <a:pt x="1689" y="1"/>
                  <a:pt x="1699" y="3"/>
                </a:cubicBezTo>
                <a:cubicBezTo>
                  <a:pt x="1709" y="5"/>
                  <a:pt x="1719" y="8"/>
                  <a:pt x="1729" y="12"/>
                </a:cubicBezTo>
                <a:cubicBezTo>
                  <a:pt x="1739" y="16"/>
                  <a:pt x="1748" y="21"/>
                  <a:pt x="1756" y="27"/>
                </a:cubicBezTo>
                <a:cubicBezTo>
                  <a:pt x="1765" y="32"/>
                  <a:pt x="1773" y="39"/>
                  <a:pt x="1780" y="46"/>
                </a:cubicBezTo>
                <a:cubicBezTo>
                  <a:pt x="1788" y="54"/>
                  <a:pt x="1794" y="62"/>
                  <a:pt x="1800" y="70"/>
                </a:cubicBezTo>
                <a:cubicBezTo>
                  <a:pt x="1806" y="79"/>
                  <a:pt x="1811" y="88"/>
                  <a:pt x="1815" y="98"/>
                </a:cubicBezTo>
                <a:cubicBezTo>
                  <a:pt x="1819" y="107"/>
                  <a:pt x="1822" y="117"/>
                  <a:pt x="1824" y="128"/>
                </a:cubicBezTo>
                <a:cubicBezTo>
                  <a:pt x="1826" y="138"/>
                  <a:pt x="1827" y="148"/>
                  <a:pt x="1827" y="158"/>
                </a:cubicBezTo>
                <a:lnTo>
                  <a:pt x="1827" y="874"/>
                </a:lnTo>
                <a:cubicBezTo>
                  <a:pt x="1827" y="884"/>
                  <a:pt x="1826" y="895"/>
                  <a:pt x="1824" y="905"/>
                </a:cubicBezTo>
                <a:cubicBezTo>
                  <a:pt x="1822" y="915"/>
                  <a:pt x="1819" y="925"/>
                  <a:pt x="1815" y="935"/>
                </a:cubicBezTo>
                <a:cubicBezTo>
                  <a:pt x="1811" y="944"/>
                  <a:pt x="1806" y="953"/>
                  <a:pt x="1800" y="962"/>
                </a:cubicBezTo>
                <a:cubicBezTo>
                  <a:pt x="1794" y="971"/>
                  <a:pt x="1788" y="979"/>
                  <a:pt x="1780" y="986"/>
                </a:cubicBezTo>
                <a:cubicBezTo>
                  <a:pt x="1773" y="993"/>
                  <a:pt x="1765" y="1000"/>
                  <a:pt x="1756" y="1006"/>
                </a:cubicBezTo>
                <a:cubicBezTo>
                  <a:pt x="1748" y="1012"/>
                  <a:pt x="1739" y="1017"/>
                  <a:pt x="1729" y="1021"/>
                </a:cubicBezTo>
                <a:cubicBezTo>
                  <a:pt x="1719" y="1025"/>
                  <a:pt x="1709" y="1028"/>
                  <a:pt x="1699" y="1030"/>
                </a:cubicBezTo>
                <a:cubicBezTo>
                  <a:pt x="1689" y="1032"/>
                  <a:pt x="1679" y="1033"/>
                  <a:pt x="1668" y="1033"/>
                </a:cubicBez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0118160" y="3467520"/>
            <a:ext cx="1131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N_STEPS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300320" y="3877200"/>
            <a:ext cx="56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&lt;=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0" name=""/>
          <p:cNvSpPr/>
          <p:nvPr/>
        </p:nvSpPr>
        <p:spPr>
          <a:xfrm>
            <a:off x="2066760" y="382896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478" y="0"/>
                </a:lnTo>
                <a:cubicBezTo>
                  <a:pt x="5488" y="0"/>
                  <a:pt x="5499" y="1"/>
                  <a:pt x="5509" y="3"/>
                </a:cubicBezTo>
                <a:cubicBezTo>
                  <a:pt x="5519" y="5"/>
                  <a:pt x="5529" y="8"/>
                  <a:pt x="5539" y="12"/>
                </a:cubicBezTo>
                <a:cubicBezTo>
                  <a:pt x="5548" y="16"/>
                  <a:pt x="5557" y="21"/>
                  <a:pt x="5566" y="27"/>
                </a:cubicBezTo>
                <a:cubicBezTo>
                  <a:pt x="5575" y="32"/>
                  <a:pt x="5583" y="39"/>
                  <a:pt x="5590" y="46"/>
                </a:cubicBezTo>
                <a:cubicBezTo>
                  <a:pt x="5597" y="54"/>
                  <a:pt x="5604" y="62"/>
                  <a:pt x="5610" y="70"/>
                </a:cubicBezTo>
                <a:cubicBezTo>
                  <a:pt x="5616" y="79"/>
                  <a:pt x="5621" y="88"/>
                  <a:pt x="5624" y="98"/>
                </a:cubicBezTo>
                <a:cubicBezTo>
                  <a:pt x="5628" y="107"/>
                  <a:pt x="5631" y="117"/>
                  <a:pt x="5634" y="128"/>
                </a:cubicBezTo>
                <a:cubicBezTo>
                  <a:pt x="5636" y="138"/>
                  <a:pt x="5637" y="148"/>
                  <a:pt x="5637" y="158"/>
                </a:cubicBezTo>
                <a:lnTo>
                  <a:pt x="5637" y="874"/>
                </a:lnTo>
                <a:cubicBezTo>
                  <a:pt x="5637" y="884"/>
                  <a:pt x="5636" y="895"/>
                  <a:pt x="5634" y="905"/>
                </a:cubicBezTo>
                <a:cubicBezTo>
                  <a:pt x="5631" y="915"/>
                  <a:pt x="5628" y="925"/>
                  <a:pt x="5624" y="935"/>
                </a:cubicBezTo>
                <a:cubicBezTo>
                  <a:pt x="5621" y="944"/>
                  <a:pt x="5616" y="953"/>
                  <a:pt x="5610" y="962"/>
                </a:cubicBezTo>
                <a:cubicBezTo>
                  <a:pt x="5604" y="971"/>
                  <a:pt x="5597" y="979"/>
                  <a:pt x="5590" y="986"/>
                </a:cubicBezTo>
                <a:cubicBezTo>
                  <a:pt x="5583" y="993"/>
                  <a:pt x="5575" y="1000"/>
                  <a:pt x="5566" y="1006"/>
                </a:cubicBezTo>
                <a:cubicBezTo>
                  <a:pt x="5557" y="1012"/>
                  <a:pt x="5548" y="1017"/>
                  <a:pt x="5539" y="1021"/>
                </a:cubicBezTo>
                <a:cubicBezTo>
                  <a:pt x="5529" y="1025"/>
                  <a:pt x="5519" y="1028"/>
                  <a:pt x="5509" y="1030"/>
                </a:cubicBezTo>
                <a:cubicBezTo>
                  <a:pt x="5499" y="1032"/>
                  <a:pt x="5488" y="1033"/>
                  <a:pt x="5478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959480" y="380052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163600" y="3877200"/>
            <a:ext cx="183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DELTA_MAX &lt;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3" name=""/>
          <p:cNvSpPr/>
          <p:nvPr/>
        </p:nvSpPr>
        <p:spPr>
          <a:xfrm>
            <a:off x="4200480" y="3828960"/>
            <a:ext cx="2028960" cy="371880"/>
          </a:xfrm>
          <a:custGeom>
            <a:avLst/>
            <a:gdLst/>
            <a:ahLst/>
            <a:rect l="0" t="0" r="r" b="b"/>
            <a:pathLst>
              <a:path w="5636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477" y="0"/>
                </a:lnTo>
                <a:cubicBezTo>
                  <a:pt x="5488" y="0"/>
                  <a:pt x="5498" y="1"/>
                  <a:pt x="5508" y="3"/>
                </a:cubicBezTo>
                <a:cubicBezTo>
                  <a:pt x="5519" y="5"/>
                  <a:pt x="5529" y="8"/>
                  <a:pt x="5538" y="12"/>
                </a:cubicBezTo>
                <a:cubicBezTo>
                  <a:pt x="5548" y="16"/>
                  <a:pt x="5557" y="21"/>
                  <a:pt x="5566" y="27"/>
                </a:cubicBezTo>
                <a:cubicBezTo>
                  <a:pt x="5574" y="32"/>
                  <a:pt x="5582" y="39"/>
                  <a:pt x="5590" y="46"/>
                </a:cubicBezTo>
                <a:cubicBezTo>
                  <a:pt x="5597" y="54"/>
                  <a:pt x="5604" y="62"/>
                  <a:pt x="5609" y="70"/>
                </a:cubicBezTo>
                <a:cubicBezTo>
                  <a:pt x="5615" y="79"/>
                  <a:pt x="5620" y="88"/>
                  <a:pt x="5624" y="98"/>
                </a:cubicBezTo>
                <a:cubicBezTo>
                  <a:pt x="5628" y="107"/>
                  <a:pt x="5631" y="117"/>
                  <a:pt x="5633" y="128"/>
                </a:cubicBezTo>
                <a:cubicBezTo>
                  <a:pt x="5635" y="138"/>
                  <a:pt x="5636" y="148"/>
                  <a:pt x="5636" y="158"/>
                </a:cubicBezTo>
                <a:lnTo>
                  <a:pt x="5636" y="874"/>
                </a:lnTo>
                <a:cubicBezTo>
                  <a:pt x="5636" y="884"/>
                  <a:pt x="5635" y="895"/>
                  <a:pt x="5633" y="905"/>
                </a:cubicBezTo>
                <a:cubicBezTo>
                  <a:pt x="5631" y="915"/>
                  <a:pt x="5628" y="925"/>
                  <a:pt x="5624" y="935"/>
                </a:cubicBezTo>
                <a:cubicBezTo>
                  <a:pt x="5620" y="944"/>
                  <a:pt x="5615" y="953"/>
                  <a:pt x="5609" y="962"/>
                </a:cubicBezTo>
                <a:cubicBezTo>
                  <a:pt x="5604" y="971"/>
                  <a:pt x="5597" y="979"/>
                  <a:pt x="5590" y="986"/>
                </a:cubicBezTo>
                <a:cubicBezTo>
                  <a:pt x="5582" y="993"/>
                  <a:pt x="5574" y="1000"/>
                  <a:pt x="5566" y="1006"/>
                </a:cubicBezTo>
                <a:cubicBezTo>
                  <a:pt x="5557" y="1012"/>
                  <a:pt x="5548" y="1017"/>
                  <a:pt x="5538" y="1021"/>
                </a:cubicBezTo>
                <a:cubicBezTo>
                  <a:pt x="5529" y="1025"/>
                  <a:pt x="5519" y="1028"/>
                  <a:pt x="5508" y="1030"/>
                </a:cubicBezTo>
                <a:cubicBezTo>
                  <a:pt x="5498" y="1032"/>
                  <a:pt x="5488" y="1033"/>
                  <a:pt x="547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3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095000" y="380052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4299120" y="3877200"/>
            <a:ext cx="183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BOX_SIZE &lt;=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6" name=""/>
          <p:cNvSpPr/>
          <p:nvPr/>
        </p:nvSpPr>
        <p:spPr>
          <a:xfrm>
            <a:off x="6343560" y="3828960"/>
            <a:ext cx="1743480" cy="371880"/>
          </a:xfrm>
          <a:custGeom>
            <a:avLst/>
            <a:gdLst/>
            <a:ahLst/>
            <a:rect l="0" t="0" r="r" b="b"/>
            <a:pathLst>
              <a:path w="4843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4684" y="0"/>
                </a:lnTo>
                <a:cubicBezTo>
                  <a:pt x="4694" y="0"/>
                  <a:pt x="4705" y="1"/>
                  <a:pt x="4715" y="3"/>
                </a:cubicBezTo>
                <a:cubicBezTo>
                  <a:pt x="4725" y="5"/>
                  <a:pt x="4735" y="8"/>
                  <a:pt x="4745" y="12"/>
                </a:cubicBezTo>
                <a:cubicBezTo>
                  <a:pt x="4754" y="16"/>
                  <a:pt x="4763" y="21"/>
                  <a:pt x="4772" y="27"/>
                </a:cubicBezTo>
                <a:cubicBezTo>
                  <a:pt x="4781" y="32"/>
                  <a:pt x="4789" y="39"/>
                  <a:pt x="4796" y="46"/>
                </a:cubicBezTo>
                <a:cubicBezTo>
                  <a:pt x="4803" y="54"/>
                  <a:pt x="4810" y="62"/>
                  <a:pt x="4816" y="70"/>
                </a:cubicBezTo>
                <a:cubicBezTo>
                  <a:pt x="4822" y="79"/>
                  <a:pt x="4827" y="88"/>
                  <a:pt x="4831" y="98"/>
                </a:cubicBezTo>
                <a:cubicBezTo>
                  <a:pt x="4835" y="107"/>
                  <a:pt x="4838" y="117"/>
                  <a:pt x="4840" y="128"/>
                </a:cubicBezTo>
                <a:cubicBezTo>
                  <a:pt x="4842" y="138"/>
                  <a:pt x="4843" y="148"/>
                  <a:pt x="4843" y="158"/>
                </a:cubicBezTo>
                <a:lnTo>
                  <a:pt x="4843" y="874"/>
                </a:lnTo>
                <a:cubicBezTo>
                  <a:pt x="4843" y="884"/>
                  <a:pt x="4842" y="895"/>
                  <a:pt x="4840" y="905"/>
                </a:cubicBezTo>
                <a:cubicBezTo>
                  <a:pt x="4838" y="915"/>
                  <a:pt x="4835" y="925"/>
                  <a:pt x="4831" y="935"/>
                </a:cubicBezTo>
                <a:cubicBezTo>
                  <a:pt x="4827" y="944"/>
                  <a:pt x="4822" y="953"/>
                  <a:pt x="4816" y="962"/>
                </a:cubicBezTo>
                <a:cubicBezTo>
                  <a:pt x="4810" y="971"/>
                  <a:pt x="4803" y="979"/>
                  <a:pt x="4796" y="986"/>
                </a:cubicBezTo>
                <a:cubicBezTo>
                  <a:pt x="4789" y="993"/>
                  <a:pt x="4781" y="1000"/>
                  <a:pt x="4772" y="1006"/>
                </a:cubicBezTo>
                <a:cubicBezTo>
                  <a:pt x="4763" y="1012"/>
                  <a:pt x="4754" y="1017"/>
                  <a:pt x="4745" y="1021"/>
                </a:cubicBezTo>
                <a:cubicBezTo>
                  <a:pt x="4735" y="1025"/>
                  <a:pt x="4725" y="1028"/>
                  <a:pt x="4715" y="1030"/>
                </a:cubicBezTo>
                <a:cubicBezTo>
                  <a:pt x="4705" y="1032"/>
                  <a:pt x="4694" y="1033"/>
                  <a:pt x="4684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230520" y="380052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434640" y="3877200"/>
            <a:ext cx="155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EPSILON &lt;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9" name=""/>
          <p:cNvSpPr/>
          <p:nvPr/>
        </p:nvSpPr>
        <p:spPr>
          <a:xfrm>
            <a:off x="8191440" y="382896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7" y="16"/>
                  <a:pt x="4366" y="21"/>
                  <a:pt x="4375" y="27"/>
                </a:cubicBezTo>
                <a:cubicBezTo>
                  <a:pt x="4384" y="32"/>
                  <a:pt x="4392" y="39"/>
                  <a:pt x="4399" y="46"/>
                </a:cubicBezTo>
                <a:cubicBezTo>
                  <a:pt x="4407" y="54"/>
                  <a:pt x="4413" y="62"/>
                  <a:pt x="4419" y="70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7"/>
                  <a:pt x="4441" y="117"/>
                  <a:pt x="4443" y="128"/>
                </a:cubicBezTo>
                <a:cubicBezTo>
                  <a:pt x="4445" y="138"/>
                  <a:pt x="4446" y="148"/>
                  <a:pt x="4446" y="158"/>
                </a:cubicBezTo>
                <a:lnTo>
                  <a:pt x="4446" y="874"/>
                </a:lnTo>
                <a:cubicBezTo>
                  <a:pt x="4446" y="884"/>
                  <a:pt x="4445" y="895"/>
                  <a:pt x="4443" y="905"/>
                </a:cubicBezTo>
                <a:cubicBezTo>
                  <a:pt x="4441" y="915"/>
                  <a:pt x="4438" y="925"/>
                  <a:pt x="4434" y="935"/>
                </a:cubicBezTo>
                <a:cubicBezTo>
                  <a:pt x="4430" y="944"/>
                  <a:pt x="4425" y="953"/>
                  <a:pt x="4419" y="962"/>
                </a:cubicBezTo>
                <a:cubicBezTo>
                  <a:pt x="4413" y="971"/>
                  <a:pt x="4407" y="979"/>
                  <a:pt x="4399" y="986"/>
                </a:cubicBezTo>
                <a:cubicBezTo>
                  <a:pt x="4392" y="993"/>
                  <a:pt x="4384" y="1000"/>
                  <a:pt x="4375" y="1006"/>
                </a:cubicBezTo>
                <a:cubicBezTo>
                  <a:pt x="4366" y="1012"/>
                  <a:pt x="4357" y="1017"/>
                  <a:pt x="4348" y="1021"/>
                </a:cubicBezTo>
                <a:cubicBezTo>
                  <a:pt x="4338" y="1025"/>
                  <a:pt x="4328" y="1028"/>
                  <a:pt x="4318" y="1030"/>
                </a:cubicBezTo>
                <a:cubicBezTo>
                  <a:pt x="4308" y="1032"/>
                  <a:pt x="4297" y="1033"/>
                  <a:pt x="428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8083440" y="380052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8287200" y="387720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SIGMA &lt;=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2" name=""/>
          <p:cNvSpPr/>
          <p:nvPr/>
        </p:nvSpPr>
        <p:spPr>
          <a:xfrm>
            <a:off x="1304640" y="4248000"/>
            <a:ext cx="3439080" cy="371880"/>
          </a:xfrm>
          <a:custGeom>
            <a:avLst/>
            <a:gdLst/>
            <a:ahLst/>
            <a:rect l="0" t="0" r="r" b="b"/>
            <a:pathLst>
              <a:path w="9553" h="1033">
                <a:moveTo>
                  <a:pt x="0" y="874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394" y="0"/>
                </a:lnTo>
                <a:cubicBezTo>
                  <a:pt x="9404" y="0"/>
                  <a:pt x="9415" y="1"/>
                  <a:pt x="9425" y="3"/>
                </a:cubicBezTo>
                <a:cubicBezTo>
                  <a:pt x="9435" y="5"/>
                  <a:pt x="9445" y="8"/>
                  <a:pt x="9455" y="12"/>
                </a:cubicBezTo>
                <a:cubicBezTo>
                  <a:pt x="9464" y="16"/>
                  <a:pt x="9474" y="21"/>
                  <a:pt x="9482" y="27"/>
                </a:cubicBezTo>
                <a:cubicBezTo>
                  <a:pt x="9491" y="32"/>
                  <a:pt x="9499" y="39"/>
                  <a:pt x="9506" y="46"/>
                </a:cubicBezTo>
                <a:cubicBezTo>
                  <a:pt x="9514" y="54"/>
                  <a:pt x="9520" y="63"/>
                  <a:pt x="9526" y="71"/>
                </a:cubicBezTo>
                <a:cubicBezTo>
                  <a:pt x="9532" y="80"/>
                  <a:pt x="9537" y="89"/>
                  <a:pt x="9541" y="99"/>
                </a:cubicBezTo>
                <a:cubicBezTo>
                  <a:pt x="9545" y="109"/>
                  <a:pt x="9548" y="118"/>
                  <a:pt x="9550" y="129"/>
                </a:cubicBezTo>
                <a:cubicBezTo>
                  <a:pt x="9552" y="139"/>
                  <a:pt x="9553" y="149"/>
                  <a:pt x="9553" y="160"/>
                </a:cubicBezTo>
                <a:lnTo>
                  <a:pt x="9553" y="874"/>
                </a:lnTo>
                <a:cubicBezTo>
                  <a:pt x="9553" y="884"/>
                  <a:pt x="9552" y="895"/>
                  <a:pt x="9550" y="905"/>
                </a:cubicBezTo>
                <a:cubicBezTo>
                  <a:pt x="9548" y="915"/>
                  <a:pt x="9545" y="925"/>
                  <a:pt x="9541" y="935"/>
                </a:cubicBezTo>
                <a:cubicBezTo>
                  <a:pt x="9537" y="944"/>
                  <a:pt x="9532" y="954"/>
                  <a:pt x="9526" y="962"/>
                </a:cubicBezTo>
                <a:cubicBezTo>
                  <a:pt x="9520" y="971"/>
                  <a:pt x="9514" y="979"/>
                  <a:pt x="9506" y="986"/>
                </a:cubicBezTo>
                <a:cubicBezTo>
                  <a:pt x="9499" y="994"/>
                  <a:pt x="9491" y="1000"/>
                  <a:pt x="9482" y="1006"/>
                </a:cubicBezTo>
                <a:cubicBezTo>
                  <a:pt x="9474" y="1012"/>
                  <a:pt x="9464" y="1017"/>
                  <a:pt x="9455" y="1021"/>
                </a:cubicBezTo>
                <a:cubicBezTo>
                  <a:pt x="9445" y="1025"/>
                  <a:pt x="9435" y="1028"/>
                  <a:pt x="9425" y="1030"/>
                </a:cubicBezTo>
                <a:cubicBezTo>
                  <a:pt x="9415" y="1032"/>
                  <a:pt x="9404" y="1033"/>
                  <a:pt x="939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794880" y="380052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393920" y="4296240"/>
            <a:ext cx="3250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VISUALIZE_INTERVAL &lt;=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5" name=""/>
          <p:cNvSpPr/>
          <p:nvPr/>
        </p:nvSpPr>
        <p:spPr>
          <a:xfrm>
            <a:off x="1066680" y="4876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739400" y="4219560"/>
            <a:ext cx="1747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をチェック。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7" name=""/>
          <p:cNvSpPr/>
          <p:nvPr/>
        </p:nvSpPr>
        <p:spPr>
          <a:xfrm>
            <a:off x="2397600" y="4781520"/>
            <a:ext cx="221400" cy="219240"/>
          </a:xfrm>
          <a:custGeom>
            <a:avLst/>
            <a:gdLst/>
            <a:ahLst/>
            <a:rect l="0" t="0" r="r" b="b"/>
            <a:pathLst>
              <a:path w="615" h="609">
                <a:moveTo>
                  <a:pt x="17" y="215"/>
                </a:moveTo>
                <a:cubicBezTo>
                  <a:pt x="5" y="215"/>
                  <a:pt x="0" y="213"/>
                  <a:pt x="0" y="208"/>
                </a:cubicBezTo>
                <a:cubicBezTo>
                  <a:pt x="0" y="205"/>
                  <a:pt x="4" y="188"/>
                  <a:pt x="14" y="158"/>
                </a:cubicBezTo>
                <a:cubicBezTo>
                  <a:pt x="24" y="127"/>
                  <a:pt x="34" y="97"/>
                  <a:pt x="45" y="67"/>
                </a:cubicBezTo>
                <a:lnTo>
                  <a:pt x="60" y="23"/>
                </a:lnTo>
                <a:cubicBezTo>
                  <a:pt x="63" y="12"/>
                  <a:pt x="67" y="4"/>
                  <a:pt x="71" y="0"/>
                </a:cubicBezTo>
                <a:lnTo>
                  <a:pt x="493" y="0"/>
                </a:lnTo>
                <a:lnTo>
                  <a:pt x="574" y="0"/>
                </a:lnTo>
                <a:cubicBezTo>
                  <a:pt x="594" y="0"/>
                  <a:pt x="605" y="0"/>
                  <a:pt x="609" y="0"/>
                </a:cubicBezTo>
                <a:cubicBezTo>
                  <a:pt x="612" y="1"/>
                  <a:pt x="614" y="4"/>
                  <a:pt x="615" y="9"/>
                </a:cubicBezTo>
                <a:cubicBezTo>
                  <a:pt x="615" y="12"/>
                  <a:pt x="610" y="46"/>
                  <a:pt x="600" y="111"/>
                </a:cubicBezTo>
                <a:cubicBezTo>
                  <a:pt x="589" y="176"/>
                  <a:pt x="584" y="209"/>
                  <a:pt x="582" y="209"/>
                </a:cubicBezTo>
                <a:cubicBezTo>
                  <a:pt x="582" y="213"/>
                  <a:pt x="577" y="215"/>
                  <a:pt x="565" y="215"/>
                </a:cubicBezTo>
                <a:cubicBezTo>
                  <a:pt x="560" y="215"/>
                  <a:pt x="556" y="215"/>
                  <a:pt x="555" y="215"/>
                </a:cubicBezTo>
                <a:cubicBezTo>
                  <a:pt x="553" y="215"/>
                  <a:pt x="551" y="214"/>
                  <a:pt x="549" y="211"/>
                </a:cubicBezTo>
                <a:lnTo>
                  <a:pt x="547" y="208"/>
                </a:lnTo>
                <a:cubicBezTo>
                  <a:pt x="547" y="205"/>
                  <a:pt x="549" y="191"/>
                  <a:pt x="553" y="168"/>
                </a:cubicBezTo>
                <a:cubicBezTo>
                  <a:pt x="556" y="144"/>
                  <a:pt x="558" y="126"/>
                  <a:pt x="558" y="113"/>
                </a:cubicBezTo>
                <a:cubicBezTo>
                  <a:pt x="558" y="92"/>
                  <a:pt x="554" y="76"/>
                  <a:pt x="546" y="65"/>
                </a:cubicBezTo>
                <a:cubicBezTo>
                  <a:pt x="539" y="54"/>
                  <a:pt x="522" y="47"/>
                  <a:pt x="497" y="43"/>
                </a:cubicBezTo>
                <a:cubicBezTo>
                  <a:pt x="494" y="42"/>
                  <a:pt x="477" y="42"/>
                  <a:pt x="445" y="41"/>
                </a:cubicBezTo>
                <a:cubicBezTo>
                  <a:pt x="417" y="41"/>
                  <a:pt x="399" y="41"/>
                  <a:pt x="392" y="42"/>
                </a:cubicBezTo>
                <a:cubicBezTo>
                  <a:pt x="384" y="42"/>
                  <a:pt x="379" y="45"/>
                  <a:pt x="375" y="49"/>
                </a:cubicBezTo>
                <a:cubicBezTo>
                  <a:pt x="375" y="50"/>
                  <a:pt x="354" y="133"/>
                  <a:pt x="312" y="300"/>
                </a:cubicBezTo>
                <a:cubicBezTo>
                  <a:pt x="270" y="468"/>
                  <a:pt x="249" y="552"/>
                  <a:pt x="249" y="555"/>
                </a:cubicBezTo>
                <a:cubicBezTo>
                  <a:pt x="249" y="563"/>
                  <a:pt x="275" y="567"/>
                  <a:pt x="328" y="568"/>
                </a:cubicBezTo>
                <a:cubicBezTo>
                  <a:pt x="347" y="568"/>
                  <a:pt x="359" y="568"/>
                  <a:pt x="365" y="569"/>
                </a:cubicBezTo>
                <a:cubicBezTo>
                  <a:pt x="370" y="570"/>
                  <a:pt x="373" y="572"/>
                  <a:pt x="373" y="577"/>
                </a:cubicBezTo>
                <a:cubicBezTo>
                  <a:pt x="373" y="580"/>
                  <a:pt x="372" y="584"/>
                  <a:pt x="370" y="590"/>
                </a:cubicBezTo>
                <a:cubicBezTo>
                  <a:pt x="368" y="600"/>
                  <a:pt x="365" y="607"/>
                  <a:pt x="362" y="609"/>
                </a:cubicBezTo>
                <a:lnTo>
                  <a:pt x="360" y="609"/>
                </a:lnTo>
                <a:cubicBezTo>
                  <a:pt x="358" y="609"/>
                  <a:pt x="356" y="609"/>
                  <a:pt x="354" y="609"/>
                </a:cubicBezTo>
                <a:cubicBezTo>
                  <a:pt x="351" y="609"/>
                  <a:pt x="335" y="609"/>
                  <a:pt x="307" y="609"/>
                </a:cubicBezTo>
                <a:cubicBezTo>
                  <a:pt x="279" y="608"/>
                  <a:pt x="238" y="608"/>
                  <a:pt x="186" y="608"/>
                </a:cubicBezTo>
                <a:cubicBezTo>
                  <a:pt x="108" y="608"/>
                  <a:pt x="59" y="608"/>
                  <a:pt x="38" y="609"/>
                </a:cubicBezTo>
                <a:lnTo>
                  <a:pt x="25" y="609"/>
                </a:lnTo>
                <a:cubicBezTo>
                  <a:pt x="21" y="606"/>
                  <a:pt x="19" y="603"/>
                  <a:pt x="19" y="601"/>
                </a:cubicBezTo>
                <a:cubicBezTo>
                  <a:pt x="19" y="600"/>
                  <a:pt x="20" y="594"/>
                  <a:pt x="21" y="585"/>
                </a:cubicBezTo>
                <a:cubicBezTo>
                  <a:pt x="24" y="577"/>
                  <a:pt x="27" y="572"/>
                  <a:pt x="30" y="568"/>
                </a:cubicBezTo>
                <a:lnTo>
                  <a:pt x="55" y="568"/>
                </a:lnTo>
                <a:lnTo>
                  <a:pt x="65" y="568"/>
                </a:lnTo>
                <a:cubicBezTo>
                  <a:pt x="113" y="568"/>
                  <a:pt x="142" y="565"/>
                  <a:pt x="151" y="560"/>
                </a:cubicBezTo>
                <a:cubicBezTo>
                  <a:pt x="151" y="559"/>
                  <a:pt x="152" y="559"/>
                  <a:pt x="152" y="559"/>
                </a:cubicBezTo>
                <a:cubicBezTo>
                  <a:pt x="155" y="557"/>
                  <a:pt x="158" y="551"/>
                  <a:pt x="161" y="541"/>
                </a:cubicBezTo>
                <a:cubicBezTo>
                  <a:pt x="164" y="531"/>
                  <a:pt x="176" y="484"/>
                  <a:pt x="197" y="400"/>
                </a:cubicBezTo>
                <a:cubicBezTo>
                  <a:pt x="208" y="358"/>
                  <a:pt x="216" y="325"/>
                  <a:pt x="223" y="299"/>
                </a:cubicBezTo>
                <a:cubicBezTo>
                  <a:pt x="265" y="134"/>
                  <a:pt x="286" y="50"/>
                  <a:pt x="286" y="46"/>
                </a:cubicBezTo>
                <a:cubicBezTo>
                  <a:pt x="286" y="43"/>
                  <a:pt x="277" y="42"/>
                  <a:pt x="259" y="42"/>
                </a:cubicBezTo>
                <a:lnTo>
                  <a:pt x="232" y="42"/>
                </a:lnTo>
                <a:cubicBezTo>
                  <a:pt x="191" y="42"/>
                  <a:pt x="165" y="44"/>
                  <a:pt x="152" y="47"/>
                </a:cubicBezTo>
                <a:cubicBezTo>
                  <a:pt x="125" y="53"/>
                  <a:pt x="104" y="66"/>
                  <a:pt x="89" y="84"/>
                </a:cubicBezTo>
                <a:cubicBezTo>
                  <a:pt x="74" y="103"/>
                  <a:pt x="58" y="137"/>
                  <a:pt x="41" y="188"/>
                </a:cubicBezTo>
                <a:cubicBezTo>
                  <a:pt x="37" y="202"/>
                  <a:pt x="34" y="209"/>
                  <a:pt x="32" y="212"/>
                </a:cubicBezTo>
                <a:cubicBezTo>
                  <a:pt x="30" y="214"/>
                  <a:pt x="26" y="215"/>
                  <a:pt x="19" y="215"/>
                </a:cubicBezTo>
                <a:lnTo>
                  <a:pt x="17" y="21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88" name=""/>
          <p:cNvSpPr/>
          <p:nvPr/>
        </p:nvSpPr>
        <p:spPr>
          <a:xfrm>
            <a:off x="2735280" y="4794480"/>
            <a:ext cx="198360" cy="251280"/>
          </a:xfrm>
          <a:custGeom>
            <a:avLst/>
            <a:gdLst/>
            <a:ahLst/>
            <a:rect l="0" t="0" r="r" b="b"/>
            <a:pathLst>
              <a:path w="551" h="698">
                <a:moveTo>
                  <a:pt x="533" y="0"/>
                </a:moveTo>
                <a:cubicBezTo>
                  <a:pt x="538" y="0"/>
                  <a:pt x="542" y="2"/>
                  <a:pt x="545" y="6"/>
                </a:cubicBezTo>
                <a:cubicBezTo>
                  <a:pt x="549" y="9"/>
                  <a:pt x="551" y="14"/>
                  <a:pt x="551" y="19"/>
                </a:cubicBezTo>
                <a:cubicBezTo>
                  <a:pt x="551" y="25"/>
                  <a:pt x="549" y="29"/>
                  <a:pt x="545" y="32"/>
                </a:cubicBezTo>
                <a:cubicBezTo>
                  <a:pt x="544" y="33"/>
                  <a:pt x="463" y="71"/>
                  <a:pt x="301" y="148"/>
                </a:cubicBezTo>
                <a:lnTo>
                  <a:pt x="61" y="262"/>
                </a:lnTo>
                <a:lnTo>
                  <a:pt x="284" y="368"/>
                </a:lnTo>
                <a:cubicBezTo>
                  <a:pt x="458" y="450"/>
                  <a:pt x="546" y="492"/>
                  <a:pt x="548" y="495"/>
                </a:cubicBezTo>
                <a:cubicBezTo>
                  <a:pt x="550" y="499"/>
                  <a:pt x="551" y="502"/>
                  <a:pt x="551" y="505"/>
                </a:cubicBezTo>
                <a:cubicBezTo>
                  <a:pt x="551" y="516"/>
                  <a:pt x="545" y="522"/>
                  <a:pt x="535" y="523"/>
                </a:cubicBezTo>
                <a:lnTo>
                  <a:pt x="529" y="523"/>
                </a:lnTo>
                <a:lnTo>
                  <a:pt x="269" y="401"/>
                </a:lnTo>
                <a:cubicBezTo>
                  <a:pt x="95" y="319"/>
                  <a:pt x="8" y="277"/>
                  <a:pt x="7" y="276"/>
                </a:cubicBezTo>
                <a:cubicBezTo>
                  <a:pt x="2" y="273"/>
                  <a:pt x="0" y="268"/>
                  <a:pt x="0" y="260"/>
                </a:cubicBezTo>
                <a:cubicBezTo>
                  <a:pt x="1" y="253"/>
                  <a:pt x="5" y="248"/>
                  <a:pt x="12" y="244"/>
                </a:cubicBezTo>
                <a:cubicBezTo>
                  <a:pt x="17" y="242"/>
                  <a:pt x="103" y="201"/>
                  <a:pt x="269" y="123"/>
                </a:cubicBezTo>
                <a:cubicBezTo>
                  <a:pt x="437" y="44"/>
                  <a:pt x="522" y="4"/>
                  <a:pt x="525" y="2"/>
                </a:cubicBezTo>
                <a:cubicBezTo>
                  <a:pt x="527" y="1"/>
                  <a:pt x="530" y="0"/>
                  <a:pt x="533" y="0"/>
                </a:cubicBezTo>
                <a:moveTo>
                  <a:pt x="1" y="680"/>
                </a:moveTo>
                <a:cubicBezTo>
                  <a:pt x="1" y="674"/>
                  <a:pt x="6" y="668"/>
                  <a:pt x="15" y="662"/>
                </a:cubicBezTo>
                <a:lnTo>
                  <a:pt x="536" y="662"/>
                </a:lnTo>
                <a:cubicBezTo>
                  <a:pt x="546" y="665"/>
                  <a:pt x="551" y="671"/>
                  <a:pt x="551" y="680"/>
                </a:cubicBezTo>
                <a:cubicBezTo>
                  <a:pt x="551" y="687"/>
                  <a:pt x="546" y="693"/>
                  <a:pt x="537" y="698"/>
                </a:cubicBezTo>
                <a:lnTo>
                  <a:pt x="14" y="698"/>
                </a:lnTo>
                <a:cubicBezTo>
                  <a:pt x="5" y="693"/>
                  <a:pt x="1" y="687"/>
                  <a:pt x="1" y="68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89" name=""/>
          <p:cNvSpPr/>
          <p:nvPr/>
        </p:nvSpPr>
        <p:spPr>
          <a:xfrm>
            <a:off x="3062880" y="4784760"/>
            <a:ext cx="136800" cy="223200"/>
          </a:xfrm>
          <a:custGeom>
            <a:avLst/>
            <a:gdLst/>
            <a:ahLst/>
            <a:rect l="0" t="0" r="r" b="b"/>
            <a:pathLst>
              <a:path w="380" h="620">
                <a:moveTo>
                  <a:pt x="52" y="73"/>
                </a:moveTo>
                <a:cubicBezTo>
                  <a:pt x="85" y="25"/>
                  <a:pt x="131" y="0"/>
                  <a:pt x="189" y="0"/>
                </a:cubicBezTo>
                <a:cubicBezTo>
                  <a:pt x="218" y="0"/>
                  <a:pt x="247" y="8"/>
                  <a:pt x="275" y="24"/>
                </a:cubicBezTo>
                <a:cubicBezTo>
                  <a:pt x="304" y="39"/>
                  <a:pt x="328" y="67"/>
                  <a:pt x="346" y="107"/>
                </a:cubicBezTo>
                <a:cubicBezTo>
                  <a:pt x="368" y="156"/>
                  <a:pt x="380" y="225"/>
                  <a:pt x="380" y="312"/>
                </a:cubicBezTo>
                <a:cubicBezTo>
                  <a:pt x="380" y="405"/>
                  <a:pt x="366" y="476"/>
                  <a:pt x="340" y="525"/>
                </a:cubicBezTo>
                <a:cubicBezTo>
                  <a:pt x="328" y="550"/>
                  <a:pt x="312" y="570"/>
                  <a:pt x="291" y="585"/>
                </a:cubicBezTo>
                <a:cubicBezTo>
                  <a:pt x="270" y="600"/>
                  <a:pt x="251" y="609"/>
                  <a:pt x="236" y="613"/>
                </a:cubicBezTo>
                <a:cubicBezTo>
                  <a:pt x="220" y="618"/>
                  <a:pt x="205" y="620"/>
                  <a:pt x="190" y="620"/>
                </a:cubicBezTo>
                <a:cubicBezTo>
                  <a:pt x="174" y="620"/>
                  <a:pt x="159" y="618"/>
                  <a:pt x="143" y="614"/>
                </a:cubicBezTo>
                <a:cubicBezTo>
                  <a:pt x="128" y="610"/>
                  <a:pt x="109" y="601"/>
                  <a:pt x="88" y="585"/>
                </a:cubicBezTo>
                <a:cubicBezTo>
                  <a:pt x="67" y="569"/>
                  <a:pt x="51" y="549"/>
                  <a:pt x="39" y="525"/>
                </a:cubicBezTo>
                <a:cubicBezTo>
                  <a:pt x="13" y="476"/>
                  <a:pt x="0" y="405"/>
                  <a:pt x="0" y="312"/>
                </a:cubicBezTo>
                <a:cubicBezTo>
                  <a:pt x="0" y="207"/>
                  <a:pt x="17" y="128"/>
                  <a:pt x="52" y="73"/>
                </a:cubicBezTo>
                <a:moveTo>
                  <a:pt x="254" y="63"/>
                </a:moveTo>
                <a:cubicBezTo>
                  <a:pt x="236" y="43"/>
                  <a:pt x="215" y="34"/>
                  <a:pt x="190" y="34"/>
                </a:cubicBezTo>
                <a:cubicBezTo>
                  <a:pt x="165" y="34"/>
                  <a:pt x="143" y="43"/>
                  <a:pt x="125" y="63"/>
                </a:cubicBezTo>
                <a:cubicBezTo>
                  <a:pt x="110" y="78"/>
                  <a:pt x="100" y="100"/>
                  <a:pt x="96" y="127"/>
                </a:cubicBezTo>
                <a:cubicBezTo>
                  <a:pt x="91" y="155"/>
                  <a:pt x="88" y="212"/>
                  <a:pt x="88" y="300"/>
                </a:cubicBezTo>
                <a:cubicBezTo>
                  <a:pt x="88" y="395"/>
                  <a:pt x="91" y="457"/>
                  <a:pt x="96" y="487"/>
                </a:cubicBezTo>
                <a:cubicBezTo>
                  <a:pt x="100" y="517"/>
                  <a:pt x="111" y="541"/>
                  <a:pt x="128" y="558"/>
                </a:cubicBezTo>
                <a:cubicBezTo>
                  <a:pt x="145" y="576"/>
                  <a:pt x="165" y="585"/>
                  <a:pt x="190" y="585"/>
                </a:cubicBezTo>
                <a:cubicBezTo>
                  <a:pt x="214" y="585"/>
                  <a:pt x="234" y="576"/>
                  <a:pt x="251" y="558"/>
                </a:cubicBezTo>
                <a:cubicBezTo>
                  <a:pt x="269" y="540"/>
                  <a:pt x="279" y="515"/>
                  <a:pt x="284" y="483"/>
                </a:cubicBezTo>
                <a:cubicBezTo>
                  <a:pt x="288" y="450"/>
                  <a:pt x="290" y="389"/>
                  <a:pt x="291" y="300"/>
                </a:cubicBezTo>
                <a:cubicBezTo>
                  <a:pt x="291" y="213"/>
                  <a:pt x="288" y="156"/>
                  <a:pt x="284" y="128"/>
                </a:cubicBezTo>
                <a:cubicBezTo>
                  <a:pt x="279" y="101"/>
                  <a:pt x="269" y="79"/>
                  <a:pt x="254" y="6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300320" y="4705200"/>
            <a:ext cx="11962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3.4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温度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1" name=""/>
          <p:cNvSpPr/>
          <p:nvPr/>
        </p:nvSpPr>
        <p:spPr>
          <a:xfrm>
            <a:off x="4226040" y="4781520"/>
            <a:ext cx="217080" cy="214920"/>
          </a:xfrm>
          <a:custGeom>
            <a:avLst/>
            <a:gdLst/>
            <a:ahLst/>
            <a:rect l="0" t="0" r="r" b="b"/>
            <a:pathLst>
              <a:path w="603" h="597">
                <a:moveTo>
                  <a:pt x="17" y="212"/>
                </a:moveTo>
                <a:cubicBezTo>
                  <a:pt x="6" y="212"/>
                  <a:pt x="0" y="210"/>
                  <a:pt x="0" y="205"/>
                </a:cubicBezTo>
                <a:cubicBezTo>
                  <a:pt x="0" y="202"/>
                  <a:pt x="5" y="186"/>
                  <a:pt x="15" y="156"/>
                </a:cubicBezTo>
                <a:cubicBezTo>
                  <a:pt x="24" y="125"/>
                  <a:pt x="34" y="95"/>
                  <a:pt x="45" y="66"/>
                </a:cubicBezTo>
                <a:lnTo>
                  <a:pt x="60" y="22"/>
                </a:lnTo>
                <a:cubicBezTo>
                  <a:pt x="62" y="12"/>
                  <a:pt x="66" y="4"/>
                  <a:pt x="71" y="0"/>
                </a:cubicBezTo>
                <a:lnTo>
                  <a:pt x="483" y="0"/>
                </a:lnTo>
                <a:lnTo>
                  <a:pt x="563" y="0"/>
                </a:lnTo>
                <a:cubicBezTo>
                  <a:pt x="581" y="0"/>
                  <a:pt x="594" y="0"/>
                  <a:pt x="597" y="0"/>
                </a:cubicBezTo>
                <a:cubicBezTo>
                  <a:pt x="601" y="1"/>
                  <a:pt x="603" y="4"/>
                  <a:pt x="603" y="8"/>
                </a:cubicBezTo>
                <a:cubicBezTo>
                  <a:pt x="603" y="12"/>
                  <a:pt x="598" y="45"/>
                  <a:pt x="588" y="109"/>
                </a:cubicBezTo>
                <a:cubicBezTo>
                  <a:pt x="577" y="173"/>
                  <a:pt x="572" y="205"/>
                  <a:pt x="571" y="206"/>
                </a:cubicBezTo>
                <a:cubicBezTo>
                  <a:pt x="571" y="210"/>
                  <a:pt x="565" y="212"/>
                  <a:pt x="554" y="212"/>
                </a:cubicBezTo>
                <a:cubicBezTo>
                  <a:pt x="548" y="212"/>
                  <a:pt x="545" y="212"/>
                  <a:pt x="543" y="212"/>
                </a:cubicBezTo>
                <a:cubicBezTo>
                  <a:pt x="541" y="212"/>
                  <a:pt x="540" y="211"/>
                  <a:pt x="538" y="208"/>
                </a:cubicBezTo>
                <a:lnTo>
                  <a:pt x="536" y="205"/>
                </a:lnTo>
                <a:cubicBezTo>
                  <a:pt x="536" y="201"/>
                  <a:pt x="538" y="188"/>
                  <a:pt x="541" y="165"/>
                </a:cubicBezTo>
                <a:cubicBezTo>
                  <a:pt x="545" y="142"/>
                  <a:pt x="547" y="124"/>
                  <a:pt x="547" y="111"/>
                </a:cubicBezTo>
                <a:cubicBezTo>
                  <a:pt x="547" y="90"/>
                  <a:pt x="543" y="74"/>
                  <a:pt x="535" y="64"/>
                </a:cubicBezTo>
                <a:cubicBezTo>
                  <a:pt x="528" y="53"/>
                  <a:pt x="511" y="46"/>
                  <a:pt x="487" y="42"/>
                </a:cubicBezTo>
                <a:cubicBezTo>
                  <a:pt x="484" y="41"/>
                  <a:pt x="467" y="41"/>
                  <a:pt x="436" y="40"/>
                </a:cubicBezTo>
                <a:cubicBezTo>
                  <a:pt x="409" y="40"/>
                  <a:pt x="392" y="40"/>
                  <a:pt x="385" y="41"/>
                </a:cubicBezTo>
                <a:cubicBezTo>
                  <a:pt x="378" y="42"/>
                  <a:pt x="372" y="44"/>
                  <a:pt x="369" y="48"/>
                </a:cubicBezTo>
                <a:cubicBezTo>
                  <a:pt x="368" y="49"/>
                  <a:pt x="347" y="132"/>
                  <a:pt x="306" y="295"/>
                </a:cubicBezTo>
                <a:cubicBezTo>
                  <a:pt x="265" y="458"/>
                  <a:pt x="245" y="541"/>
                  <a:pt x="245" y="544"/>
                </a:cubicBezTo>
                <a:cubicBezTo>
                  <a:pt x="245" y="551"/>
                  <a:pt x="270" y="555"/>
                  <a:pt x="322" y="557"/>
                </a:cubicBezTo>
                <a:cubicBezTo>
                  <a:pt x="341" y="557"/>
                  <a:pt x="353" y="557"/>
                  <a:pt x="358" y="557"/>
                </a:cubicBezTo>
                <a:cubicBezTo>
                  <a:pt x="363" y="558"/>
                  <a:pt x="366" y="561"/>
                  <a:pt x="366" y="565"/>
                </a:cubicBezTo>
                <a:cubicBezTo>
                  <a:pt x="366" y="568"/>
                  <a:pt x="365" y="572"/>
                  <a:pt x="363" y="578"/>
                </a:cubicBezTo>
                <a:cubicBezTo>
                  <a:pt x="361" y="588"/>
                  <a:pt x="358" y="594"/>
                  <a:pt x="356" y="596"/>
                </a:cubicBezTo>
                <a:lnTo>
                  <a:pt x="354" y="597"/>
                </a:lnTo>
                <a:cubicBezTo>
                  <a:pt x="352" y="597"/>
                  <a:pt x="350" y="597"/>
                  <a:pt x="348" y="597"/>
                </a:cubicBezTo>
                <a:cubicBezTo>
                  <a:pt x="345" y="597"/>
                  <a:pt x="329" y="597"/>
                  <a:pt x="302" y="596"/>
                </a:cubicBezTo>
                <a:cubicBezTo>
                  <a:pt x="274" y="596"/>
                  <a:pt x="235" y="595"/>
                  <a:pt x="183" y="595"/>
                </a:cubicBezTo>
                <a:cubicBezTo>
                  <a:pt x="107" y="595"/>
                  <a:pt x="59" y="596"/>
                  <a:pt x="38" y="597"/>
                </a:cubicBezTo>
                <a:lnTo>
                  <a:pt x="25" y="597"/>
                </a:lnTo>
                <a:cubicBezTo>
                  <a:pt x="22" y="594"/>
                  <a:pt x="20" y="591"/>
                  <a:pt x="20" y="589"/>
                </a:cubicBezTo>
                <a:cubicBezTo>
                  <a:pt x="20" y="587"/>
                  <a:pt x="20" y="582"/>
                  <a:pt x="22" y="573"/>
                </a:cubicBezTo>
                <a:cubicBezTo>
                  <a:pt x="24" y="566"/>
                  <a:pt x="27" y="560"/>
                  <a:pt x="30" y="557"/>
                </a:cubicBezTo>
                <a:lnTo>
                  <a:pt x="55" y="557"/>
                </a:lnTo>
                <a:lnTo>
                  <a:pt x="65" y="557"/>
                </a:lnTo>
                <a:cubicBezTo>
                  <a:pt x="112" y="557"/>
                  <a:pt x="140" y="554"/>
                  <a:pt x="148" y="549"/>
                </a:cubicBezTo>
                <a:cubicBezTo>
                  <a:pt x="149" y="548"/>
                  <a:pt x="150" y="548"/>
                  <a:pt x="150" y="548"/>
                </a:cubicBezTo>
                <a:cubicBezTo>
                  <a:pt x="153" y="546"/>
                  <a:pt x="156" y="540"/>
                  <a:pt x="159" y="530"/>
                </a:cubicBezTo>
                <a:cubicBezTo>
                  <a:pt x="162" y="520"/>
                  <a:pt x="174" y="474"/>
                  <a:pt x="194" y="392"/>
                </a:cubicBezTo>
                <a:cubicBezTo>
                  <a:pt x="204" y="352"/>
                  <a:pt x="213" y="319"/>
                  <a:pt x="219" y="294"/>
                </a:cubicBezTo>
                <a:cubicBezTo>
                  <a:pt x="260" y="132"/>
                  <a:pt x="281" y="49"/>
                  <a:pt x="281" y="45"/>
                </a:cubicBezTo>
                <a:cubicBezTo>
                  <a:pt x="281" y="42"/>
                  <a:pt x="272" y="41"/>
                  <a:pt x="255" y="41"/>
                </a:cubicBezTo>
                <a:lnTo>
                  <a:pt x="228" y="41"/>
                </a:lnTo>
                <a:cubicBezTo>
                  <a:pt x="188" y="41"/>
                  <a:pt x="163" y="43"/>
                  <a:pt x="150" y="46"/>
                </a:cubicBezTo>
                <a:cubicBezTo>
                  <a:pt x="124" y="52"/>
                  <a:pt x="103" y="64"/>
                  <a:pt x="89" y="82"/>
                </a:cubicBezTo>
                <a:cubicBezTo>
                  <a:pt x="74" y="101"/>
                  <a:pt x="58" y="136"/>
                  <a:pt x="41" y="186"/>
                </a:cubicBezTo>
                <a:cubicBezTo>
                  <a:pt x="37" y="199"/>
                  <a:pt x="34" y="206"/>
                  <a:pt x="32" y="209"/>
                </a:cubicBezTo>
                <a:cubicBezTo>
                  <a:pt x="30" y="211"/>
                  <a:pt x="26" y="212"/>
                  <a:pt x="20" y="212"/>
                </a:cubicBezTo>
                <a:lnTo>
                  <a:pt x="17" y="21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2" name=""/>
          <p:cNvSpPr/>
          <p:nvPr/>
        </p:nvSpPr>
        <p:spPr>
          <a:xfrm>
            <a:off x="4557240" y="4824720"/>
            <a:ext cx="194040" cy="184320"/>
          </a:xfrm>
          <a:custGeom>
            <a:avLst/>
            <a:gdLst/>
            <a:ahLst/>
            <a:rect l="0" t="0" r="r" b="b"/>
            <a:pathLst>
              <a:path w="539" h="512">
                <a:moveTo>
                  <a:pt x="1" y="18"/>
                </a:moveTo>
                <a:cubicBezTo>
                  <a:pt x="1" y="13"/>
                  <a:pt x="2" y="9"/>
                  <a:pt x="4" y="6"/>
                </a:cubicBezTo>
                <a:cubicBezTo>
                  <a:pt x="7" y="4"/>
                  <a:pt x="9" y="2"/>
                  <a:pt x="12" y="1"/>
                </a:cubicBezTo>
                <a:lnTo>
                  <a:pt x="14" y="0"/>
                </a:lnTo>
                <a:cubicBezTo>
                  <a:pt x="18" y="0"/>
                  <a:pt x="64" y="21"/>
                  <a:pt x="150" y="61"/>
                </a:cubicBezTo>
                <a:cubicBezTo>
                  <a:pt x="236" y="102"/>
                  <a:pt x="322" y="143"/>
                  <a:pt x="406" y="183"/>
                </a:cubicBezTo>
                <a:lnTo>
                  <a:pt x="533" y="244"/>
                </a:lnTo>
                <a:cubicBezTo>
                  <a:pt x="537" y="247"/>
                  <a:pt x="539" y="251"/>
                  <a:pt x="539" y="257"/>
                </a:cubicBezTo>
                <a:cubicBezTo>
                  <a:pt x="539" y="263"/>
                  <a:pt x="537" y="267"/>
                  <a:pt x="533" y="270"/>
                </a:cubicBezTo>
                <a:cubicBezTo>
                  <a:pt x="532" y="271"/>
                  <a:pt x="445" y="312"/>
                  <a:pt x="275" y="392"/>
                </a:cubicBezTo>
                <a:lnTo>
                  <a:pt x="21" y="512"/>
                </a:lnTo>
                <a:lnTo>
                  <a:pt x="16" y="512"/>
                </a:lnTo>
                <a:cubicBezTo>
                  <a:pt x="5" y="511"/>
                  <a:pt x="0" y="505"/>
                  <a:pt x="0" y="495"/>
                </a:cubicBezTo>
                <a:cubicBezTo>
                  <a:pt x="0" y="494"/>
                  <a:pt x="0" y="493"/>
                  <a:pt x="0" y="492"/>
                </a:cubicBezTo>
                <a:cubicBezTo>
                  <a:pt x="0" y="488"/>
                  <a:pt x="4" y="483"/>
                  <a:pt x="13" y="478"/>
                </a:cubicBezTo>
                <a:cubicBezTo>
                  <a:pt x="24" y="472"/>
                  <a:pt x="69" y="451"/>
                  <a:pt x="145" y="414"/>
                </a:cubicBezTo>
                <a:cubicBezTo>
                  <a:pt x="191" y="393"/>
                  <a:pt x="229" y="375"/>
                  <a:pt x="260" y="361"/>
                </a:cubicBezTo>
                <a:lnTo>
                  <a:pt x="478" y="257"/>
                </a:lnTo>
                <a:lnTo>
                  <a:pt x="260" y="153"/>
                </a:lnTo>
                <a:cubicBezTo>
                  <a:pt x="91" y="72"/>
                  <a:pt x="5" y="31"/>
                  <a:pt x="3" y="28"/>
                </a:cubicBezTo>
                <a:cubicBezTo>
                  <a:pt x="2" y="25"/>
                  <a:pt x="1" y="22"/>
                  <a:pt x="1" y="1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3" name=""/>
          <p:cNvSpPr/>
          <p:nvPr/>
        </p:nvSpPr>
        <p:spPr>
          <a:xfrm>
            <a:off x="4878360" y="4784760"/>
            <a:ext cx="133560" cy="218520"/>
          </a:xfrm>
          <a:custGeom>
            <a:avLst/>
            <a:gdLst/>
            <a:ahLst/>
            <a:rect l="0" t="0" r="r" b="b"/>
            <a:pathLst>
              <a:path w="371" h="607">
                <a:moveTo>
                  <a:pt x="50" y="72"/>
                </a:moveTo>
                <a:cubicBezTo>
                  <a:pt x="83" y="24"/>
                  <a:pt x="128" y="0"/>
                  <a:pt x="185" y="0"/>
                </a:cubicBezTo>
                <a:cubicBezTo>
                  <a:pt x="213" y="0"/>
                  <a:pt x="241" y="8"/>
                  <a:pt x="269" y="23"/>
                </a:cubicBezTo>
                <a:cubicBezTo>
                  <a:pt x="297" y="38"/>
                  <a:pt x="320" y="65"/>
                  <a:pt x="339" y="104"/>
                </a:cubicBezTo>
                <a:cubicBezTo>
                  <a:pt x="361" y="153"/>
                  <a:pt x="371" y="220"/>
                  <a:pt x="371" y="305"/>
                </a:cubicBezTo>
                <a:cubicBezTo>
                  <a:pt x="371" y="397"/>
                  <a:pt x="359" y="467"/>
                  <a:pt x="334" y="515"/>
                </a:cubicBezTo>
                <a:cubicBezTo>
                  <a:pt x="321" y="540"/>
                  <a:pt x="305" y="559"/>
                  <a:pt x="284" y="574"/>
                </a:cubicBezTo>
                <a:cubicBezTo>
                  <a:pt x="264" y="589"/>
                  <a:pt x="246" y="598"/>
                  <a:pt x="230" y="601"/>
                </a:cubicBezTo>
                <a:cubicBezTo>
                  <a:pt x="215" y="605"/>
                  <a:pt x="200" y="607"/>
                  <a:pt x="185" y="607"/>
                </a:cubicBezTo>
                <a:cubicBezTo>
                  <a:pt x="170" y="607"/>
                  <a:pt x="155" y="606"/>
                  <a:pt x="140" y="602"/>
                </a:cubicBezTo>
                <a:cubicBezTo>
                  <a:pt x="124" y="599"/>
                  <a:pt x="106" y="589"/>
                  <a:pt x="86" y="574"/>
                </a:cubicBezTo>
                <a:cubicBezTo>
                  <a:pt x="65" y="559"/>
                  <a:pt x="49" y="539"/>
                  <a:pt x="37" y="515"/>
                </a:cubicBezTo>
                <a:cubicBezTo>
                  <a:pt x="12" y="467"/>
                  <a:pt x="0" y="397"/>
                  <a:pt x="0" y="305"/>
                </a:cubicBezTo>
                <a:cubicBezTo>
                  <a:pt x="0" y="203"/>
                  <a:pt x="16" y="125"/>
                  <a:pt x="50" y="72"/>
                </a:cubicBezTo>
                <a:moveTo>
                  <a:pt x="248" y="61"/>
                </a:moveTo>
                <a:cubicBezTo>
                  <a:pt x="230" y="42"/>
                  <a:pt x="209" y="33"/>
                  <a:pt x="185" y="33"/>
                </a:cubicBezTo>
                <a:cubicBezTo>
                  <a:pt x="161" y="33"/>
                  <a:pt x="140" y="42"/>
                  <a:pt x="122" y="61"/>
                </a:cubicBezTo>
                <a:cubicBezTo>
                  <a:pt x="107" y="76"/>
                  <a:pt x="98" y="97"/>
                  <a:pt x="93" y="124"/>
                </a:cubicBezTo>
                <a:cubicBezTo>
                  <a:pt x="88" y="152"/>
                  <a:pt x="86" y="208"/>
                  <a:pt x="86" y="294"/>
                </a:cubicBezTo>
                <a:cubicBezTo>
                  <a:pt x="86" y="387"/>
                  <a:pt x="88" y="449"/>
                  <a:pt x="93" y="478"/>
                </a:cubicBezTo>
                <a:cubicBezTo>
                  <a:pt x="98" y="507"/>
                  <a:pt x="108" y="530"/>
                  <a:pt x="125" y="548"/>
                </a:cubicBezTo>
                <a:cubicBezTo>
                  <a:pt x="141" y="565"/>
                  <a:pt x="161" y="574"/>
                  <a:pt x="185" y="574"/>
                </a:cubicBezTo>
                <a:cubicBezTo>
                  <a:pt x="209" y="574"/>
                  <a:pt x="229" y="565"/>
                  <a:pt x="245" y="548"/>
                </a:cubicBezTo>
                <a:cubicBezTo>
                  <a:pt x="262" y="530"/>
                  <a:pt x="273" y="505"/>
                  <a:pt x="277" y="474"/>
                </a:cubicBezTo>
                <a:cubicBezTo>
                  <a:pt x="281" y="442"/>
                  <a:pt x="283" y="382"/>
                  <a:pt x="284" y="294"/>
                </a:cubicBezTo>
                <a:cubicBezTo>
                  <a:pt x="284" y="208"/>
                  <a:pt x="282" y="152"/>
                  <a:pt x="277" y="125"/>
                </a:cubicBezTo>
                <a:cubicBezTo>
                  <a:pt x="272" y="98"/>
                  <a:pt x="263" y="77"/>
                  <a:pt x="248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212280" y="4705200"/>
            <a:ext cx="10735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の防⽌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5" name=""/>
          <p:cNvSpPr/>
          <p:nvPr/>
        </p:nvSpPr>
        <p:spPr>
          <a:xfrm>
            <a:off x="1066680" y="5352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6" y="60"/>
                  <a:pt x="25" y="47"/>
                  <a:pt x="36" y="36"/>
                </a:cubicBezTo>
                <a:cubicBezTo>
                  <a:pt x="47" y="25"/>
                  <a:pt x="60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028480" y="470520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を要求。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7" name=""/>
          <p:cNvSpPr/>
          <p:nvPr/>
        </p:nvSpPr>
        <p:spPr>
          <a:xfrm>
            <a:off x="3552480" y="5209920"/>
            <a:ext cx="6410880" cy="371880"/>
          </a:xfrm>
          <a:custGeom>
            <a:avLst/>
            <a:gdLst/>
            <a:ahLst/>
            <a:rect l="0" t="0" r="r" b="b"/>
            <a:pathLst>
              <a:path w="17808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7649" y="0"/>
                </a:lnTo>
                <a:cubicBezTo>
                  <a:pt x="17660" y="0"/>
                  <a:pt x="17670" y="1"/>
                  <a:pt x="17680" y="3"/>
                </a:cubicBezTo>
                <a:cubicBezTo>
                  <a:pt x="17690" y="5"/>
                  <a:pt x="17700" y="8"/>
                  <a:pt x="17710" y="12"/>
                </a:cubicBezTo>
                <a:cubicBezTo>
                  <a:pt x="17720" y="16"/>
                  <a:pt x="17729" y="21"/>
                  <a:pt x="17737" y="27"/>
                </a:cubicBezTo>
                <a:cubicBezTo>
                  <a:pt x="17746" y="33"/>
                  <a:pt x="17754" y="39"/>
                  <a:pt x="17761" y="47"/>
                </a:cubicBezTo>
                <a:cubicBezTo>
                  <a:pt x="17769" y="54"/>
                  <a:pt x="17775" y="62"/>
                  <a:pt x="17781" y="71"/>
                </a:cubicBezTo>
                <a:cubicBezTo>
                  <a:pt x="17787" y="79"/>
                  <a:pt x="17792" y="89"/>
                  <a:pt x="17796" y="98"/>
                </a:cubicBezTo>
                <a:cubicBezTo>
                  <a:pt x="17800" y="108"/>
                  <a:pt x="17803" y="118"/>
                  <a:pt x="17805" y="128"/>
                </a:cubicBezTo>
                <a:cubicBezTo>
                  <a:pt x="17807" y="138"/>
                  <a:pt x="17808" y="149"/>
                  <a:pt x="17808" y="159"/>
                </a:cubicBezTo>
                <a:lnTo>
                  <a:pt x="17808" y="874"/>
                </a:lnTo>
                <a:cubicBezTo>
                  <a:pt x="17808" y="885"/>
                  <a:pt x="17807" y="895"/>
                  <a:pt x="17805" y="905"/>
                </a:cubicBezTo>
                <a:cubicBezTo>
                  <a:pt x="17803" y="916"/>
                  <a:pt x="17800" y="925"/>
                  <a:pt x="17796" y="935"/>
                </a:cubicBezTo>
                <a:cubicBezTo>
                  <a:pt x="17792" y="945"/>
                  <a:pt x="17787" y="954"/>
                  <a:pt x="17781" y="963"/>
                </a:cubicBezTo>
                <a:cubicBezTo>
                  <a:pt x="17775" y="971"/>
                  <a:pt x="17769" y="979"/>
                  <a:pt x="17761" y="987"/>
                </a:cubicBezTo>
                <a:cubicBezTo>
                  <a:pt x="17754" y="994"/>
                  <a:pt x="17746" y="1001"/>
                  <a:pt x="17737" y="1006"/>
                </a:cubicBezTo>
                <a:cubicBezTo>
                  <a:pt x="17729" y="1012"/>
                  <a:pt x="17720" y="1017"/>
                  <a:pt x="17710" y="1021"/>
                </a:cubicBezTo>
                <a:cubicBezTo>
                  <a:pt x="17700" y="1025"/>
                  <a:pt x="17690" y="1028"/>
                  <a:pt x="17680" y="1030"/>
                </a:cubicBezTo>
                <a:cubicBezTo>
                  <a:pt x="17670" y="1032"/>
                  <a:pt x="17660" y="1033"/>
                  <a:pt x="17649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7" y="945"/>
                  <a:pt x="13" y="935"/>
                </a:cubicBezTo>
                <a:cubicBezTo>
                  <a:pt x="9" y="925"/>
                  <a:pt x="6" y="916"/>
                  <a:pt x="4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300320" y="5181480"/>
            <a:ext cx="23608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3.5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出⼒先の固定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646440" y="5258160"/>
            <a:ext cx="6217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OUTPUT_DIR = Path(__file__).resolve().parent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9959760" y="5181480"/>
            <a:ext cx="15940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で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GIF/PNG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1" name=""/>
          <p:cNvSpPr/>
          <p:nvPr/>
        </p:nvSpPr>
        <p:spPr>
          <a:xfrm>
            <a:off x="1066680" y="6257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4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300320" y="5600520"/>
            <a:ext cx="524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をスクリプトと同じディレクトリに保存。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3" name=""/>
          <p:cNvSpPr/>
          <p:nvPr/>
        </p:nvSpPr>
        <p:spPr>
          <a:xfrm>
            <a:off x="5276520" y="611496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9" y="108"/>
                  <a:pt x="13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3"/>
                  <a:pt x="71" y="28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91" y="0"/>
                </a:lnTo>
                <a:cubicBezTo>
                  <a:pt x="3901" y="0"/>
                  <a:pt x="3912" y="1"/>
                  <a:pt x="3922" y="3"/>
                </a:cubicBezTo>
                <a:cubicBezTo>
                  <a:pt x="3932" y="5"/>
                  <a:pt x="3942" y="8"/>
                  <a:pt x="3952" y="12"/>
                </a:cubicBezTo>
                <a:cubicBezTo>
                  <a:pt x="3961" y="16"/>
                  <a:pt x="3970" y="21"/>
                  <a:pt x="3979" y="28"/>
                </a:cubicBezTo>
                <a:cubicBezTo>
                  <a:pt x="3988" y="33"/>
                  <a:pt x="3996" y="40"/>
                  <a:pt x="4003" y="47"/>
                </a:cubicBezTo>
                <a:cubicBezTo>
                  <a:pt x="4010" y="55"/>
                  <a:pt x="4017" y="63"/>
                  <a:pt x="4023" y="71"/>
                </a:cubicBezTo>
                <a:cubicBezTo>
                  <a:pt x="4029" y="80"/>
                  <a:pt x="4033" y="89"/>
                  <a:pt x="4037" y="99"/>
                </a:cubicBezTo>
                <a:cubicBezTo>
                  <a:pt x="4041" y="108"/>
                  <a:pt x="4044" y="118"/>
                  <a:pt x="4046" y="129"/>
                </a:cubicBezTo>
                <a:cubicBezTo>
                  <a:pt x="4049" y="139"/>
                  <a:pt x="4050" y="149"/>
                  <a:pt x="4050" y="159"/>
                </a:cubicBezTo>
                <a:lnTo>
                  <a:pt x="4050" y="874"/>
                </a:lnTo>
                <a:cubicBezTo>
                  <a:pt x="4050" y="884"/>
                  <a:pt x="4049" y="895"/>
                  <a:pt x="4046" y="905"/>
                </a:cubicBezTo>
                <a:cubicBezTo>
                  <a:pt x="4044" y="915"/>
                  <a:pt x="4041" y="925"/>
                  <a:pt x="4037" y="935"/>
                </a:cubicBezTo>
                <a:cubicBezTo>
                  <a:pt x="4033" y="944"/>
                  <a:pt x="4029" y="953"/>
                  <a:pt x="4023" y="962"/>
                </a:cubicBezTo>
                <a:cubicBezTo>
                  <a:pt x="4017" y="971"/>
                  <a:pt x="4010" y="979"/>
                  <a:pt x="4003" y="986"/>
                </a:cubicBezTo>
                <a:cubicBezTo>
                  <a:pt x="3996" y="993"/>
                  <a:pt x="3988" y="1000"/>
                  <a:pt x="3979" y="1006"/>
                </a:cubicBezTo>
                <a:cubicBezTo>
                  <a:pt x="3970" y="1012"/>
                  <a:pt x="3961" y="1017"/>
                  <a:pt x="3952" y="1021"/>
                </a:cubicBezTo>
                <a:cubicBezTo>
                  <a:pt x="3942" y="1025"/>
                  <a:pt x="3932" y="1028"/>
                  <a:pt x="3922" y="1030"/>
                </a:cubicBezTo>
                <a:cubicBezTo>
                  <a:pt x="3912" y="1032"/>
                  <a:pt x="3901" y="1033"/>
                  <a:pt x="3891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6" y="944"/>
                  <a:pt x="13" y="935"/>
                </a:cubicBezTo>
                <a:cubicBezTo>
                  <a:pt x="9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300320" y="6086520"/>
            <a:ext cx="41079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3.6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不要コードの整理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未使⽤の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368680" y="616320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viz_steps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6735240" y="608652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を削除。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17637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1" name=""/>
          <p:cNvSpPr/>
          <p:nvPr/>
        </p:nvSpPr>
        <p:spPr>
          <a:xfrm>
            <a:off x="1066680" y="1990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47720" y="937080"/>
            <a:ext cx="618804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変更ログ </a:t>
            </a: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4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：追加の不具合修正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3" name=""/>
          <p:cNvSpPr/>
          <p:nvPr/>
        </p:nvSpPr>
        <p:spPr>
          <a:xfrm>
            <a:off x="4333680" y="184752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87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8" y="6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4" y="0"/>
                  <a:pt x="3144" y="1"/>
                  <a:pt x="3154" y="3"/>
                </a:cubicBezTo>
                <a:cubicBezTo>
                  <a:pt x="3164" y="6"/>
                  <a:pt x="3174" y="9"/>
                  <a:pt x="3184" y="12"/>
                </a:cubicBezTo>
                <a:cubicBezTo>
                  <a:pt x="3194" y="16"/>
                  <a:pt x="3203" y="21"/>
                  <a:pt x="3211" y="27"/>
                </a:cubicBezTo>
                <a:cubicBezTo>
                  <a:pt x="3220" y="33"/>
                  <a:pt x="3228" y="40"/>
                  <a:pt x="3235" y="47"/>
                </a:cubicBezTo>
                <a:cubicBezTo>
                  <a:pt x="3243" y="54"/>
                  <a:pt x="3249" y="62"/>
                  <a:pt x="3255" y="71"/>
                </a:cubicBezTo>
                <a:cubicBezTo>
                  <a:pt x="3261" y="80"/>
                  <a:pt x="3266" y="89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8"/>
                  <a:pt x="3282" y="149"/>
                  <a:pt x="3282" y="159"/>
                </a:cubicBezTo>
                <a:lnTo>
                  <a:pt x="3282" y="875"/>
                </a:lnTo>
                <a:cubicBezTo>
                  <a:pt x="3282" y="885"/>
                  <a:pt x="3281" y="895"/>
                  <a:pt x="3279" y="906"/>
                </a:cubicBezTo>
                <a:cubicBezTo>
                  <a:pt x="3277" y="916"/>
                  <a:pt x="3274" y="926"/>
                  <a:pt x="3270" y="935"/>
                </a:cubicBezTo>
                <a:cubicBezTo>
                  <a:pt x="3266" y="945"/>
                  <a:pt x="3261" y="954"/>
                  <a:pt x="3255" y="963"/>
                </a:cubicBezTo>
                <a:cubicBezTo>
                  <a:pt x="3249" y="971"/>
                  <a:pt x="3243" y="979"/>
                  <a:pt x="3235" y="987"/>
                </a:cubicBezTo>
                <a:cubicBezTo>
                  <a:pt x="3228" y="994"/>
                  <a:pt x="3220" y="1001"/>
                  <a:pt x="3211" y="1007"/>
                </a:cubicBezTo>
                <a:cubicBezTo>
                  <a:pt x="3203" y="1012"/>
                  <a:pt x="3194" y="1017"/>
                  <a:pt x="3184" y="1021"/>
                </a:cubicBezTo>
                <a:cubicBezTo>
                  <a:pt x="3174" y="1025"/>
                  <a:pt x="3164" y="1028"/>
                  <a:pt x="3154" y="1030"/>
                </a:cubicBezTo>
                <a:cubicBezTo>
                  <a:pt x="3144" y="1032"/>
                  <a:pt x="3134" y="1033"/>
                  <a:pt x="3123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300320" y="1819440"/>
            <a:ext cx="31885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4.1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最終状態の保存漏れ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4431240" y="1895760"/>
            <a:ext cx="98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N_STEPS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6" name=""/>
          <p:cNvSpPr/>
          <p:nvPr/>
        </p:nvSpPr>
        <p:spPr>
          <a:xfrm>
            <a:off x="5914800" y="1847520"/>
            <a:ext cx="2734200" cy="371880"/>
          </a:xfrm>
          <a:custGeom>
            <a:avLst/>
            <a:gdLst/>
            <a:ahLst/>
            <a:rect l="0" t="0" r="r" b="b"/>
            <a:pathLst>
              <a:path w="7595" h="1033">
                <a:moveTo>
                  <a:pt x="0" y="87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8" y="6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436" y="0"/>
                </a:lnTo>
                <a:cubicBezTo>
                  <a:pt x="7446" y="0"/>
                  <a:pt x="7457" y="1"/>
                  <a:pt x="7467" y="3"/>
                </a:cubicBezTo>
                <a:cubicBezTo>
                  <a:pt x="7477" y="6"/>
                  <a:pt x="7487" y="9"/>
                  <a:pt x="7497" y="12"/>
                </a:cubicBezTo>
                <a:cubicBezTo>
                  <a:pt x="7506" y="16"/>
                  <a:pt x="7515" y="21"/>
                  <a:pt x="7524" y="27"/>
                </a:cubicBezTo>
                <a:cubicBezTo>
                  <a:pt x="7533" y="33"/>
                  <a:pt x="7541" y="40"/>
                  <a:pt x="7548" y="47"/>
                </a:cubicBezTo>
                <a:cubicBezTo>
                  <a:pt x="7556" y="54"/>
                  <a:pt x="7562" y="62"/>
                  <a:pt x="7568" y="71"/>
                </a:cubicBezTo>
                <a:cubicBezTo>
                  <a:pt x="7574" y="80"/>
                  <a:pt x="7579" y="89"/>
                  <a:pt x="7583" y="98"/>
                </a:cubicBezTo>
                <a:cubicBezTo>
                  <a:pt x="7587" y="108"/>
                  <a:pt x="7590" y="118"/>
                  <a:pt x="7592" y="128"/>
                </a:cubicBezTo>
                <a:cubicBezTo>
                  <a:pt x="7594" y="138"/>
                  <a:pt x="7595" y="149"/>
                  <a:pt x="7595" y="159"/>
                </a:cubicBezTo>
                <a:lnTo>
                  <a:pt x="7595" y="875"/>
                </a:lnTo>
                <a:cubicBezTo>
                  <a:pt x="7595" y="885"/>
                  <a:pt x="7594" y="895"/>
                  <a:pt x="7592" y="906"/>
                </a:cubicBezTo>
                <a:cubicBezTo>
                  <a:pt x="7590" y="916"/>
                  <a:pt x="7587" y="926"/>
                  <a:pt x="7583" y="935"/>
                </a:cubicBezTo>
                <a:cubicBezTo>
                  <a:pt x="7579" y="945"/>
                  <a:pt x="7574" y="954"/>
                  <a:pt x="7568" y="963"/>
                </a:cubicBezTo>
                <a:cubicBezTo>
                  <a:pt x="7562" y="971"/>
                  <a:pt x="7556" y="979"/>
                  <a:pt x="7548" y="987"/>
                </a:cubicBezTo>
                <a:cubicBezTo>
                  <a:pt x="7541" y="994"/>
                  <a:pt x="7533" y="1001"/>
                  <a:pt x="7524" y="1007"/>
                </a:cubicBezTo>
                <a:cubicBezTo>
                  <a:pt x="7515" y="1012"/>
                  <a:pt x="7506" y="1017"/>
                  <a:pt x="7497" y="1021"/>
                </a:cubicBezTo>
                <a:cubicBezTo>
                  <a:pt x="7487" y="1025"/>
                  <a:pt x="7477" y="1028"/>
                  <a:pt x="7467" y="1030"/>
                </a:cubicBezTo>
                <a:cubicBezTo>
                  <a:pt x="7457" y="1032"/>
                  <a:pt x="7446" y="1033"/>
                  <a:pt x="743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514840" y="1819440"/>
            <a:ext cx="46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が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6005520" y="1895760"/>
            <a:ext cx="254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VISUALIZE_INTERVAL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8643960" y="1819440"/>
            <a:ext cx="2575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の倍数でないとき、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0" name=""/>
          <p:cNvSpPr/>
          <p:nvPr/>
        </p:nvSpPr>
        <p:spPr>
          <a:xfrm>
            <a:off x="4638600" y="2266920"/>
            <a:ext cx="1743480" cy="371520"/>
          </a:xfrm>
          <a:custGeom>
            <a:avLst/>
            <a:gdLst/>
            <a:ahLst/>
            <a:rect l="0" t="0" r="r" b="b"/>
            <a:pathLst>
              <a:path w="4843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84" y="0"/>
                </a:lnTo>
                <a:cubicBezTo>
                  <a:pt x="4694" y="0"/>
                  <a:pt x="4705" y="1"/>
                  <a:pt x="4715" y="3"/>
                </a:cubicBezTo>
                <a:cubicBezTo>
                  <a:pt x="4725" y="5"/>
                  <a:pt x="4735" y="8"/>
                  <a:pt x="4745" y="12"/>
                </a:cubicBezTo>
                <a:cubicBezTo>
                  <a:pt x="4754" y="16"/>
                  <a:pt x="4763" y="21"/>
                  <a:pt x="4772" y="26"/>
                </a:cubicBezTo>
                <a:cubicBezTo>
                  <a:pt x="4781" y="32"/>
                  <a:pt x="4789" y="39"/>
                  <a:pt x="4796" y="46"/>
                </a:cubicBezTo>
                <a:cubicBezTo>
                  <a:pt x="4803" y="53"/>
                  <a:pt x="4810" y="61"/>
                  <a:pt x="4816" y="70"/>
                </a:cubicBezTo>
                <a:cubicBezTo>
                  <a:pt x="4822" y="79"/>
                  <a:pt x="4827" y="88"/>
                  <a:pt x="4830" y="98"/>
                </a:cubicBezTo>
                <a:cubicBezTo>
                  <a:pt x="4834" y="107"/>
                  <a:pt x="4837" y="117"/>
                  <a:pt x="4840" y="127"/>
                </a:cubicBezTo>
                <a:cubicBezTo>
                  <a:pt x="4842" y="138"/>
                  <a:pt x="4843" y="148"/>
                  <a:pt x="4843" y="158"/>
                </a:cubicBezTo>
                <a:lnTo>
                  <a:pt x="4843" y="874"/>
                </a:lnTo>
                <a:cubicBezTo>
                  <a:pt x="4843" y="884"/>
                  <a:pt x="4842" y="894"/>
                  <a:pt x="4840" y="905"/>
                </a:cubicBezTo>
                <a:cubicBezTo>
                  <a:pt x="4837" y="915"/>
                  <a:pt x="4834" y="925"/>
                  <a:pt x="4830" y="934"/>
                </a:cubicBezTo>
                <a:cubicBezTo>
                  <a:pt x="4827" y="944"/>
                  <a:pt x="4822" y="953"/>
                  <a:pt x="4816" y="962"/>
                </a:cubicBezTo>
                <a:cubicBezTo>
                  <a:pt x="4810" y="971"/>
                  <a:pt x="4803" y="979"/>
                  <a:pt x="4796" y="986"/>
                </a:cubicBezTo>
                <a:cubicBezTo>
                  <a:pt x="4789" y="993"/>
                  <a:pt x="4781" y="1000"/>
                  <a:pt x="4772" y="1006"/>
                </a:cubicBezTo>
                <a:cubicBezTo>
                  <a:pt x="4763" y="1011"/>
                  <a:pt x="4754" y="1016"/>
                  <a:pt x="4745" y="1020"/>
                </a:cubicBezTo>
                <a:cubicBezTo>
                  <a:pt x="4735" y="1024"/>
                  <a:pt x="4725" y="1027"/>
                  <a:pt x="4715" y="1029"/>
                </a:cubicBezTo>
                <a:cubicBezTo>
                  <a:pt x="4705" y="1031"/>
                  <a:pt x="4694" y="1032"/>
                  <a:pt x="4684" y="1032"/>
                </a:cubicBezTo>
                <a:lnTo>
                  <a:pt x="158" y="1032"/>
                </a:lnTo>
                <a:cubicBezTo>
                  <a:pt x="148" y="1032"/>
                  <a:pt x="138" y="1031"/>
                  <a:pt x="127" y="1029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6"/>
                  <a:pt x="79" y="1011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300320" y="2238480"/>
            <a:ext cx="3402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ループ終了後の最終配置を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733280" y="2315160"/>
            <a:ext cx="155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pos_history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3" name=""/>
          <p:cNvSpPr/>
          <p:nvPr/>
        </p:nvSpPr>
        <p:spPr>
          <a:xfrm>
            <a:off x="1066680" y="2885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2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2"/>
                  <a:pt x="16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382080" y="223848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に追加。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5" name=""/>
          <p:cNvSpPr/>
          <p:nvPr/>
        </p:nvSpPr>
        <p:spPr>
          <a:xfrm>
            <a:off x="3800160" y="2742840"/>
            <a:ext cx="2172240" cy="371880"/>
          </a:xfrm>
          <a:custGeom>
            <a:avLst/>
            <a:gdLst/>
            <a:ahLst/>
            <a:rect l="0" t="0" r="r" b="b"/>
            <a:pathLst>
              <a:path w="6034" h="1033">
                <a:moveTo>
                  <a:pt x="0" y="875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5875" y="0"/>
                </a:lnTo>
                <a:cubicBezTo>
                  <a:pt x="5886" y="0"/>
                  <a:pt x="5896" y="2"/>
                  <a:pt x="5906" y="4"/>
                </a:cubicBezTo>
                <a:cubicBezTo>
                  <a:pt x="5916" y="6"/>
                  <a:pt x="5926" y="9"/>
                  <a:pt x="5936" y="13"/>
                </a:cubicBezTo>
                <a:cubicBezTo>
                  <a:pt x="5946" y="17"/>
                  <a:pt x="5955" y="21"/>
                  <a:pt x="5963" y="27"/>
                </a:cubicBezTo>
                <a:cubicBezTo>
                  <a:pt x="5972" y="33"/>
                  <a:pt x="5980" y="40"/>
                  <a:pt x="5987" y="47"/>
                </a:cubicBezTo>
                <a:cubicBezTo>
                  <a:pt x="5995" y="54"/>
                  <a:pt x="6001" y="62"/>
                  <a:pt x="6007" y="71"/>
                </a:cubicBezTo>
                <a:cubicBezTo>
                  <a:pt x="6013" y="80"/>
                  <a:pt x="6018" y="89"/>
                  <a:pt x="6022" y="98"/>
                </a:cubicBezTo>
                <a:cubicBezTo>
                  <a:pt x="6026" y="108"/>
                  <a:pt x="6029" y="119"/>
                  <a:pt x="6031" y="129"/>
                </a:cubicBezTo>
                <a:cubicBezTo>
                  <a:pt x="6033" y="140"/>
                  <a:pt x="6034" y="150"/>
                  <a:pt x="6034" y="160"/>
                </a:cubicBezTo>
                <a:lnTo>
                  <a:pt x="6034" y="875"/>
                </a:lnTo>
                <a:cubicBezTo>
                  <a:pt x="6034" y="885"/>
                  <a:pt x="6033" y="895"/>
                  <a:pt x="6031" y="906"/>
                </a:cubicBezTo>
                <a:cubicBezTo>
                  <a:pt x="6029" y="916"/>
                  <a:pt x="6026" y="926"/>
                  <a:pt x="6022" y="935"/>
                </a:cubicBezTo>
                <a:cubicBezTo>
                  <a:pt x="6018" y="945"/>
                  <a:pt x="6013" y="954"/>
                  <a:pt x="6007" y="963"/>
                </a:cubicBezTo>
                <a:cubicBezTo>
                  <a:pt x="6001" y="971"/>
                  <a:pt x="5995" y="980"/>
                  <a:pt x="5987" y="987"/>
                </a:cubicBezTo>
                <a:cubicBezTo>
                  <a:pt x="5980" y="994"/>
                  <a:pt x="5972" y="1001"/>
                  <a:pt x="5963" y="1007"/>
                </a:cubicBezTo>
                <a:cubicBezTo>
                  <a:pt x="5955" y="1012"/>
                  <a:pt x="5946" y="1017"/>
                  <a:pt x="5936" y="1021"/>
                </a:cubicBezTo>
                <a:cubicBezTo>
                  <a:pt x="5926" y="1025"/>
                  <a:pt x="5916" y="1028"/>
                  <a:pt x="5906" y="1030"/>
                </a:cubicBezTo>
                <a:cubicBezTo>
                  <a:pt x="5896" y="1032"/>
                  <a:pt x="5886" y="1033"/>
                  <a:pt x="5875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80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300320" y="2714760"/>
            <a:ext cx="26370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4.2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無限ループ対策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898800" y="2791440"/>
            <a:ext cx="1978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init_positions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8" name=""/>
          <p:cNvSpPr/>
          <p:nvPr/>
        </p:nvSpPr>
        <p:spPr>
          <a:xfrm>
            <a:off x="6372000" y="2742840"/>
            <a:ext cx="2734200" cy="371880"/>
          </a:xfrm>
          <a:custGeom>
            <a:avLst/>
            <a:gdLst/>
            <a:ahLst/>
            <a:rect l="0" t="0" r="r" b="b"/>
            <a:pathLst>
              <a:path w="7595" h="1033">
                <a:moveTo>
                  <a:pt x="0" y="875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7436" y="0"/>
                </a:lnTo>
                <a:cubicBezTo>
                  <a:pt x="7446" y="0"/>
                  <a:pt x="7457" y="2"/>
                  <a:pt x="7467" y="4"/>
                </a:cubicBezTo>
                <a:cubicBezTo>
                  <a:pt x="7477" y="6"/>
                  <a:pt x="7487" y="9"/>
                  <a:pt x="7497" y="13"/>
                </a:cubicBezTo>
                <a:cubicBezTo>
                  <a:pt x="7506" y="17"/>
                  <a:pt x="7515" y="21"/>
                  <a:pt x="7524" y="27"/>
                </a:cubicBezTo>
                <a:cubicBezTo>
                  <a:pt x="7533" y="33"/>
                  <a:pt x="7541" y="40"/>
                  <a:pt x="7548" y="47"/>
                </a:cubicBezTo>
                <a:cubicBezTo>
                  <a:pt x="7556" y="54"/>
                  <a:pt x="7562" y="62"/>
                  <a:pt x="7568" y="71"/>
                </a:cubicBezTo>
                <a:cubicBezTo>
                  <a:pt x="7574" y="80"/>
                  <a:pt x="7579" y="89"/>
                  <a:pt x="7583" y="98"/>
                </a:cubicBezTo>
                <a:cubicBezTo>
                  <a:pt x="7587" y="108"/>
                  <a:pt x="7590" y="119"/>
                  <a:pt x="7592" y="129"/>
                </a:cubicBezTo>
                <a:cubicBezTo>
                  <a:pt x="7594" y="140"/>
                  <a:pt x="7595" y="150"/>
                  <a:pt x="7595" y="160"/>
                </a:cubicBezTo>
                <a:lnTo>
                  <a:pt x="7595" y="875"/>
                </a:lnTo>
                <a:cubicBezTo>
                  <a:pt x="7595" y="885"/>
                  <a:pt x="7594" y="895"/>
                  <a:pt x="7592" y="906"/>
                </a:cubicBezTo>
                <a:cubicBezTo>
                  <a:pt x="7590" y="916"/>
                  <a:pt x="7587" y="926"/>
                  <a:pt x="7583" y="935"/>
                </a:cubicBezTo>
                <a:cubicBezTo>
                  <a:pt x="7579" y="945"/>
                  <a:pt x="7574" y="954"/>
                  <a:pt x="7568" y="963"/>
                </a:cubicBezTo>
                <a:cubicBezTo>
                  <a:pt x="7562" y="971"/>
                  <a:pt x="7556" y="980"/>
                  <a:pt x="7548" y="987"/>
                </a:cubicBezTo>
                <a:cubicBezTo>
                  <a:pt x="7541" y="994"/>
                  <a:pt x="7533" y="1001"/>
                  <a:pt x="7524" y="1007"/>
                </a:cubicBezTo>
                <a:cubicBezTo>
                  <a:pt x="7515" y="1012"/>
                  <a:pt x="7506" y="1017"/>
                  <a:pt x="7497" y="1021"/>
                </a:cubicBezTo>
                <a:cubicBezTo>
                  <a:pt x="7487" y="1025"/>
                  <a:pt x="7477" y="1028"/>
                  <a:pt x="7467" y="1030"/>
                </a:cubicBezTo>
                <a:cubicBezTo>
                  <a:pt x="7457" y="1032"/>
                  <a:pt x="7446" y="1033"/>
                  <a:pt x="743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80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971680" y="2714760"/>
            <a:ext cx="46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に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462720" y="2791440"/>
            <a:ext cx="2544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max_global_retries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9101160" y="2714760"/>
            <a:ext cx="1655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（デフォルト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2" name=""/>
          <p:cNvSpPr/>
          <p:nvPr/>
        </p:nvSpPr>
        <p:spPr>
          <a:xfrm>
            <a:off x="4762440" y="316224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87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7" y="16"/>
                  <a:pt x="4366" y="21"/>
                  <a:pt x="4375" y="26"/>
                </a:cubicBezTo>
                <a:cubicBezTo>
                  <a:pt x="4384" y="32"/>
                  <a:pt x="4392" y="39"/>
                  <a:pt x="4399" y="46"/>
                </a:cubicBezTo>
                <a:cubicBezTo>
                  <a:pt x="4407" y="54"/>
                  <a:pt x="4413" y="62"/>
                  <a:pt x="4419" y="70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7"/>
                  <a:pt x="4441" y="117"/>
                  <a:pt x="4443" y="127"/>
                </a:cubicBezTo>
                <a:cubicBezTo>
                  <a:pt x="4445" y="138"/>
                  <a:pt x="4446" y="148"/>
                  <a:pt x="4446" y="158"/>
                </a:cubicBezTo>
                <a:lnTo>
                  <a:pt x="4446" y="873"/>
                </a:lnTo>
                <a:cubicBezTo>
                  <a:pt x="4446" y="883"/>
                  <a:pt x="4445" y="894"/>
                  <a:pt x="4443" y="904"/>
                </a:cubicBezTo>
                <a:cubicBezTo>
                  <a:pt x="4441" y="914"/>
                  <a:pt x="4438" y="924"/>
                  <a:pt x="4434" y="934"/>
                </a:cubicBezTo>
                <a:cubicBezTo>
                  <a:pt x="4430" y="943"/>
                  <a:pt x="4425" y="952"/>
                  <a:pt x="4419" y="961"/>
                </a:cubicBezTo>
                <a:cubicBezTo>
                  <a:pt x="4413" y="970"/>
                  <a:pt x="4407" y="978"/>
                  <a:pt x="4399" y="985"/>
                </a:cubicBezTo>
                <a:cubicBezTo>
                  <a:pt x="4392" y="992"/>
                  <a:pt x="4384" y="999"/>
                  <a:pt x="4375" y="1005"/>
                </a:cubicBezTo>
                <a:cubicBezTo>
                  <a:pt x="4366" y="1012"/>
                  <a:pt x="4357" y="1016"/>
                  <a:pt x="4348" y="1020"/>
                </a:cubicBezTo>
                <a:cubicBezTo>
                  <a:pt x="4338" y="1024"/>
                  <a:pt x="4328" y="1027"/>
                  <a:pt x="4318" y="1029"/>
                </a:cubicBezTo>
                <a:cubicBezTo>
                  <a:pt x="4308" y="1032"/>
                  <a:pt x="4297" y="1033"/>
                  <a:pt x="428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29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6"/>
                  <a:pt x="79" y="1012"/>
                  <a:pt x="70" y="1005"/>
                </a:cubicBezTo>
                <a:cubicBezTo>
                  <a:pt x="62" y="999"/>
                  <a:pt x="54" y="992"/>
                  <a:pt x="46" y="985"/>
                </a:cubicBezTo>
                <a:cubicBezTo>
                  <a:pt x="39" y="978"/>
                  <a:pt x="32" y="970"/>
                  <a:pt x="26" y="961"/>
                </a:cubicBezTo>
                <a:cubicBezTo>
                  <a:pt x="21" y="952"/>
                  <a:pt x="16" y="943"/>
                  <a:pt x="12" y="934"/>
                </a:cubicBezTo>
                <a:cubicBezTo>
                  <a:pt x="8" y="924"/>
                  <a:pt x="5" y="914"/>
                  <a:pt x="3" y="904"/>
                </a:cubicBezTo>
                <a:cubicBezTo>
                  <a:pt x="1" y="894"/>
                  <a:pt x="0" y="883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300320" y="3133800"/>
            <a:ext cx="34646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1000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）を導⼊。上限超過で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856400" y="321048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ValueError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5" name=""/>
          <p:cNvSpPr/>
          <p:nvPr/>
        </p:nvSpPr>
        <p:spPr>
          <a:xfrm>
            <a:off x="1066680" y="3790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364080" y="313380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7" name=""/>
          <p:cNvSpPr/>
          <p:nvPr/>
        </p:nvSpPr>
        <p:spPr>
          <a:xfrm>
            <a:off x="3572280" y="3698640"/>
            <a:ext cx="272520" cy="217080"/>
          </a:xfrm>
          <a:custGeom>
            <a:avLst/>
            <a:gdLst/>
            <a:ahLst/>
            <a:rect l="0" t="0" r="r" b="b"/>
            <a:pathLst>
              <a:path w="757" h="603">
                <a:moveTo>
                  <a:pt x="179" y="41"/>
                </a:moveTo>
                <a:cubicBezTo>
                  <a:pt x="178" y="41"/>
                  <a:pt x="175" y="41"/>
                  <a:pt x="172" y="41"/>
                </a:cubicBezTo>
                <a:cubicBezTo>
                  <a:pt x="158" y="41"/>
                  <a:pt x="149" y="40"/>
                  <a:pt x="146" y="40"/>
                </a:cubicBezTo>
                <a:cubicBezTo>
                  <a:pt x="143" y="39"/>
                  <a:pt x="141" y="36"/>
                  <a:pt x="141" y="30"/>
                </a:cubicBezTo>
                <a:cubicBezTo>
                  <a:pt x="141" y="14"/>
                  <a:pt x="145" y="4"/>
                  <a:pt x="151" y="1"/>
                </a:cubicBezTo>
                <a:cubicBezTo>
                  <a:pt x="152" y="0"/>
                  <a:pt x="181" y="0"/>
                  <a:pt x="237" y="0"/>
                </a:cubicBezTo>
                <a:cubicBezTo>
                  <a:pt x="283" y="0"/>
                  <a:pt x="309" y="0"/>
                  <a:pt x="315" y="0"/>
                </a:cubicBezTo>
                <a:cubicBezTo>
                  <a:pt x="322" y="0"/>
                  <a:pt x="326" y="2"/>
                  <a:pt x="328" y="5"/>
                </a:cubicBezTo>
                <a:cubicBezTo>
                  <a:pt x="452" y="298"/>
                  <a:pt x="515" y="447"/>
                  <a:pt x="517" y="455"/>
                </a:cubicBezTo>
                <a:lnTo>
                  <a:pt x="565" y="267"/>
                </a:lnTo>
                <a:cubicBezTo>
                  <a:pt x="596" y="142"/>
                  <a:pt x="611" y="76"/>
                  <a:pt x="611" y="68"/>
                </a:cubicBezTo>
                <a:cubicBezTo>
                  <a:pt x="611" y="52"/>
                  <a:pt x="593" y="43"/>
                  <a:pt x="555" y="41"/>
                </a:cubicBezTo>
                <a:cubicBezTo>
                  <a:pt x="541" y="41"/>
                  <a:pt x="534" y="37"/>
                  <a:pt x="534" y="31"/>
                </a:cubicBezTo>
                <a:cubicBezTo>
                  <a:pt x="534" y="30"/>
                  <a:pt x="534" y="26"/>
                  <a:pt x="536" y="20"/>
                </a:cubicBezTo>
                <a:cubicBezTo>
                  <a:pt x="538" y="11"/>
                  <a:pt x="540" y="5"/>
                  <a:pt x="541" y="4"/>
                </a:cubicBezTo>
                <a:cubicBezTo>
                  <a:pt x="542" y="2"/>
                  <a:pt x="545" y="1"/>
                  <a:pt x="550" y="0"/>
                </a:cubicBezTo>
                <a:cubicBezTo>
                  <a:pt x="551" y="0"/>
                  <a:pt x="561" y="0"/>
                  <a:pt x="577" y="1"/>
                </a:cubicBezTo>
                <a:cubicBezTo>
                  <a:pt x="593" y="1"/>
                  <a:pt x="618" y="2"/>
                  <a:pt x="650" y="3"/>
                </a:cubicBezTo>
                <a:cubicBezTo>
                  <a:pt x="679" y="3"/>
                  <a:pt x="702" y="2"/>
                  <a:pt x="717" y="2"/>
                </a:cubicBezTo>
                <a:cubicBezTo>
                  <a:pt x="732" y="1"/>
                  <a:pt x="741" y="1"/>
                  <a:pt x="744" y="1"/>
                </a:cubicBezTo>
                <a:cubicBezTo>
                  <a:pt x="752" y="1"/>
                  <a:pt x="757" y="4"/>
                  <a:pt x="757" y="10"/>
                </a:cubicBezTo>
                <a:cubicBezTo>
                  <a:pt x="757" y="23"/>
                  <a:pt x="754" y="31"/>
                  <a:pt x="750" y="36"/>
                </a:cubicBezTo>
                <a:cubicBezTo>
                  <a:pt x="749" y="39"/>
                  <a:pt x="742" y="41"/>
                  <a:pt x="730" y="41"/>
                </a:cubicBezTo>
                <a:cubicBezTo>
                  <a:pt x="689" y="43"/>
                  <a:pt x="662" y="55"/>
                  <a:pt x="652" y="76"/>
                </a:cubicBezTo>
                <a:lnTo>
                  <a:pt x="521" y="597"/>
                </a:lnTo>
                <a:cubicBezTo>
                  <a:pt x="519" y="601"/>
                  <a:pt x="513" y="603"/>
                  <a:pt x="502" y="603"/>
                </a:cubicBezTo>
                <a:cubicBezTo>
                  <a:pt x="494" y="603"/>
                  <a:pt x="489" y="602"/>
                  <a:pt x="487" y="601"/>
                </a:cubicBezTo>
                <a:cubicBezTo>
                  <a:pt x="485" y="599"/>
                  <a:pt x="447" y="510"/>
                  <a:pt x="373" y="334"/>
                </a:cubicBezTo>
                <a:lnTo>
                  <a:pt x="260" y="70"/>
                </a:lnTo>
                <a:lnTo>
                  <a:pt x="203" y="300"/>
                </a:lnTo>
                <a:cubicBezTo>
                  <a:pt x="165" y="450"/>
                  <a:pt x="146" y="528"/>
                  <a:pt x="146" y="533"/>
                </a:cubicBezTo>
                <a:cubicBezTo>
                  <a:pt x="149" y="553"/>
                  <a:pt x="170" y="562"/>
                  <a:pt x="209" y="562"/>
                </a:cubicBezTo>
                <a:lnTo>
                  <a:pt x="218" y="562"/>
                </a:lnTo>
                <a:cubicBezTo>
                  <a:pt x="222" y="565"/>
                  <a:pt x="223" y="568"/>
                  <a:pt x="223" y="569"/>
                </a:cubicBezTo>
                <a:cubicBezTo>
                  <a:pt x="223" y="571"/>
                  <a:pt x="223" y="577"/>
                  <a:pt x="222" y="586"/>
                </a:cubicBezTo>
                <a:cubicBezTo>
                  <a:pt x="219" y="594"/>
                  <a:pt x="216" y="599"/>
                  <a:pt x="213" y="603"/>
                </a:cubicBezTo>
                <a:lnTo>
                  <a:pt x="201" y="603"/>
                </a:lnTo>
                <a:cubicBezTo>
                  <a:pt x="183" y="602"/>
                  <a:pt x="151" y="601"/>
                  <a:pt x="106" y="601"/>
                </a:cubicBezTo>
                <a:cubicBezTo>
                  <a:pt x="90" y="601"/>
                  <a:pt x="75" y="601"/>
                  <a:pt x="61" y="601"/>
                </a:cubicBezTo>
                <a:cubicBezTo>
                  <a:pt x="48" y="601"/>
                  <a:pt x="37" y="601"/>
                  <a:pt x="29" y="601"/>
                </a:cubicBezTo>
                <a:cubicBezTo>
                  <a:pt x="20" y="601"/>
                  <a:pt x="15" y="601"/>
                  <a:pt x="14" y="602"/>
                </a:cubicBezTo>
                <a:cubicBezTo>
                  <a:pt x="5" y="602"/>
                  <a:pt x="0" y="599"/>
                  <a:pt x="0" y="594"/>
                </a:cubicBezTo>
                <a:cubicBezTo>
                  <a:pt x="0" y="592"/>
                  <a:pt x="1" y="587"/>
                  <a:pt x="3" y="580"/>
                </a:cubicBezTo>
                <a:cubicBezTo>
                  <a:pt x="5" y="573"/>
                  <a:pt x="6" y="569"/>
                  <a:pt x="8" y="568"/>
                </a:cubicBezTo>
                <a:cubicBezTo>
                  <a:pt x="9" y="564"/>
                  <a:pt x="15" y="562"/>
                  <a:pt x="28" y="562"/>
                </a:cubicBezTo>
                <a:cubicBezTo>
                  <a:pt x="68" y="561"/>
                  <a:pt x="94" y="549"/>
                  <a:pt x="105" y="528"/>
                </a:cubicBezTo>
                <a:cubicBezTo>
                  <a:pt x="108" y="525"/>
                  <a:pt x="129" y="443"/>
                  <a:pt x="168" y="284"/>
                </a:cubicBezTo>
                <a:lnTo>
                  <a:pt x="228" y="43"/>
                </a:lnTo>
                <a:cubicBezTo>
                  <a:pt x="227" y="43"/>
                  <a:pt x="211" y="42"/>
                  <a:pt x="179" y="4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38" name=""/>
          <p:cNvSpPr/>
          <p:nvPr/>
        </p:nvSpPr>
        <p:spPr>
          <a:xfrm>
            <a:off x="3939480" y="3817080"/>
            <a:ext cx="38880" cy="38520"/>
          </a:xfrm>
          <a:custGeom>
            <a:avLst/>
            <a:gdLst/>
            <a:ahLst/>
            <a:rect l="0" t="0" r="r" b="b"/>
            <a:pathLst>
              <a:path w="108" h="107">
                <a:moveTo>
                  <a:pt x="0" y="53"/>
                </a:moveTo>
                <a:cubicBezTo>
                  <a:pt x="0" y="39"/>
                  <a:pt x="5" y="26"/>
                  <a:pt x="15" y="16"/>
                </a:cubicBezTo>
                <a:cubicBezTo>
                  <a:pt x="25" y="5"/>
                  <a:pt x="39" y="0"/>
                  <a:pt x="54" y="0"/>
                </a:cubicBezTo>
                <a:cubicBezTo>
                  <a:pt x="68" y="0"/>
                  <a:pt x="81" y="4"/>
                  <a:pt x="91" y="14"/>
                </a:cubicBezTo>
                <a:cubicBezTo>
                  <a:pt x="102" y="23"/>
                  <a:pt x="107" y="36"/>
                  <a:pt x="108" y="52"/>
                </a:cubicBezTo>
                <a:cubicBezTo>
                  <a:pt x="108" y="67"/>
                  <a:pt x="103" y="80"/>
                  <a:pt x="93" y="91"/>
                </a:cubicBezTo>
                <a:cubicBezTo>
                  <a:pt x="83" y="101"/>
                  <a:pt x="70" y="107"/>
                  <a:pt x="55" y="107"/>
                </a:cubicBezTo>
                <a:cubicBezTo>
                  <a:pt x="40" y="107"/>
                  <a:pt x="26" y="102"/>
                  <a:pt x="16" y="92"/>
                </a:cubicBezTo>
                <a:cubicBezTo>
                  <a:pt x="6" y="82"/>
                  <a:pt x="1" y="69"/>
                  <a:pt x="0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39" name=""/>
          <p:cNvSpPr/>
          <p:nvPr/>
        </p:nvSpPr>
        <p:spPr>
          <a:xfrm>
            <a:off x="4079520" y="3778560"/>
            <a:ext cx="176040" cy="140760"/>
          </a:xfrm>
          <a:custGeom>
            <a:avLst/>
            <a:gdLst/>
            <a:ahLst/>
            <a:rect l="0" t="0" r="r" b="b"/>
            <a:pathLst>
              <a:path w="489" h="391">
                <a:moveTo>
                  <a:pt x="100" y="391"/>
                </a:moveTo>
                <a:cubicBezTo>
                  <a:pt x="80" y="391"/>
                  <a:pt x="70" y="381"/>
                  <a:pt x="70" y="362"/>
                </a:cubicBezTo>
                <a:lnTo>
                  <a:pt x="70" y="352"/>
                </a:lnTo>
                <a:lnTo>
                  <a:pt x="81" y="327"/>
                </a:lnTo>
                <a:cubicBezTo>
                  <a:pt x="125" y="234"/>
                  <a:pt x="158" y="153"/>
                  <a:pt x="178" y="86"/>
                </a:cubicBezTo>
                <a:lnTo>
                  <a:pt x="185" y="64"/>
                </a:lnTo>
                <a:lnTo>
                  <a:pt x="157" y="64"/>
                </a:lnTo>
                <a:cubicBezTo>
                  <a:pt x="134" y="64"/>
                  <a:pt x="118" y="65"/>
                  <a:pt x="109" y="67"/>
                </a:cubicBezTo>
                <a:cubicBezTo>
                  <a:pt x="99" y="69"/>
                  <a:pt x="88" y="74"/>
                  <a:pt x="74" y="84"/>
                </a:cubicBezTo>
                <a:cubicBezTo>
                  <a:pt x="68" y="88"/>
                  <a:pt x="61" y="93"/>
                  <a:pt x="55" y="100"/>
                </a:cubicBezTo>
                <a:cubicBezTo>
                  <a:pt x="48" y="106"/>
                  <a:pt x="43" y="112"/>
                  <a:pt x="38" y="118"/>
                </a:cubicBezTo>
                <a:cubicBezTo>
                  <a:pt x="33" y="124"/>
                  <a:pt x="31" y="128"/>
                  <a:pt x="30" y="129"/>
                </a:cubicBezTo>
                <a:cubicBezTo>
                  <a:pt x="29" y="129"/>
                  <a:pt x="25" y="130"/>
                  <a:pt x="17" y="130"/>
                </a:cubicBezTo>
                <a:cubicBezTo>
                  <a:pt x="6" y="130"/>
                  <a:pt x="0" y="127"/>
                  <a:pt x="0" y="121"/>
                </a:cubicBezTo>
                <a:cubicBezTo>
                  <a:pt x="0" y="117"/>
                  <a:pt x="6" y="107"/>
                  <a:pt x="17" y="90"/>
                </a:cubicBezTo>
                <a:cubicBezTo>
                  <a:pt x="28" y="73"/>
                  <a:pt x="44" y="55"/>
                  <a:pt x="65" y="35"/>
                </a:cubicBezTo>
                <a:cubicBezTo>
                  <a:pt x="87" y="16"/>
                  <a:pt x="107" y="5"/>
                  <a:pt x="128" y="2"/>
                </a:cubicBezTo>
                <a:cubicBezTo>
                  <a:pt x="132" y="1"/>
                  <a:pt x="199" y="0"/>
                  <a:pt x="327" y="0"/>
                </a:cubicBezTo>
                <a:cubicBezTo>
                  <a:pt x="421" y="0"/>
                  <a:pt x="469" y="0"/>
                  <a:pt x="472" y="1"/>
                </a:cubicBezTo>
                <a:cubicBezTo>
                  <a:pt x="484" y="5"/>
                  <a:pt x="489" y="13"/>
                  <a:pt x="489" y="26"/>
                </a:cubicBezTo>
                <a:cubicBezTo>
                  <a:pt x="489" y="44"/>
                  <a:pt x="480" y="56"/>
                  <a:pt x="461" y="63"/>
                </a:cubicBezTo>
                <a:cubicBezTo>
                  <a:pt x="458" y="64"/>
                  <a:pt x="437" y="64"/>
                  <a:pt x="400" y="64"/>
                </a:cubicBezTo>
                <a:lnTo>
                  <a:pt x="344" y="64"/>
                </a:lnTo>
                <a:lnTo>
                  <a:pt x="341" y="79"/>
                </a:lnTo>
                <a:cubicBezTo>
                  <a:pt x="334" y="122"/>
                  <a:pt x="331" y="157"/>
                  <a:pt x="331" y="184"/>
                </a:cubicBezTo>
                <a:cubicBezTo>
                  <a:pt x="331" y="216"/>
                  <a:pt x="333" y="243"/>
                  <a:pt x="339" y="267"/>
                </a:cubicBezTo>
                <a:cubicBezTo>
                  <a:pt x="344" y="291"/>
                  <a:pt x="350" y="310"/>
                  <a:pt x="355" y="324"/>
                </a:cubicBezTo>
                <a:cubicBezTo>
                  <a:pt x="361" y="337"/>
                  <a:pt x="364" y="345"/>
                  <a:pt x="364" y="348"/>
                </a:cubicBezTo>
                <a:cubicBezTo>
                  <a:pt x="364" y="358"/>
                  <a:pt x="360" y="368"/>
                  <a:pt x="352" y="377"/>
                </a:cubicBezTo>
                <a:cubicBezTo>
                  <a:pt x="344" y="385"/>
                  <a:pt x="333" y="390"/>
                  <a:pt x="320" y="390"/>
                </a:cubicBezTo>
                <a:cubicBezTo>
                  <a:pt x="314" y="390"/>
                  <a:pt x="308" y="389"/>
                  <a:pt x="304" y="387"/>
                </a:cubicBezTo>
                <a:cubicBezTo>
                  <a:pt x="300" y="385"/>
                  <a:pt x="296" y="378"/>
                  <a:pt x="290" y="366"/>
                </a:cubicBezTo>
                <a:cubicBezTo>
                  <a:pt x="285" y="354"/>
                  <a:pt x="280" y="336"/>
                  <a:pt x="276" y="313"/>
                </a:cubicBezTo>
                <a:cubicBezTo>
                  <a:pt x="276" y="308"/>
                  <a:pt x="275" y="295"/>
                  <a:pt x="275" y="274"/>
                </a:cubicBezTo>
                <a:cubicBezTo>
                  <a:pt x="275" y="246"/>
                  <a:pt x="278" y="215"/>
                  <a:pt x="283" y="181"/>
                </a:cubicBezTo>
                <a:cubicBezTo>
                  <a:pt x="288" y="148"/>
                  <a:pt x="294" y="121"/>
                  <a:pt x="299" y="100"/>
                </a:cubicBezTo>
                <a:cubicBezTo>
                  <a:pt x="304" y="79"/>
                  <a:pt x="307" y="67"/>
                  <a:pt x="308" y="64"/>
                </a:cubicBezTo>
                <a:lnTo>
                  <a:pt x="221" y="64"/>
                </a:lnTo>
                <a:lnTo>
                  <a:pt x="221" y="68"/>
                </a:lnTo>
                <a:cubicBezTo>
                  <a:pt x="221" y="70"/>
                  <a:pt x="215" y="93"/>
                  <a:pt x="204" y="138"/>
                </a:cubicBezTo>
                <a:cubicBezTo>
                  <a:pt x="193" y="182"/>
                  <a:pt x="180" y="231"/>
                  <a:pt x="166" y="280"/>
                </a:cubicBezTo>
                <a:cubicBezTo>
                  <a:pt x="152" y="330"/>
                  <a:pt x="143" y="359"/>
                  <a:pt x="139" y="366"/>
                </a:cubicBezTo>
                <a:cubicBezTo>
                  <a:pt x="131" y="382"/>
                  <a:pt x="119" y="391"/>
                  <a:pt x="100" y="3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0" name=""/>
          <p:cNvSpPr/>
          <p:nvPr/>
        </p:nvSpPr>
        <p:spPr>
          <a:xfrm>
            <a:off x="4284360" y="3677400"/>
            <a:ext cx="75960" cy="317520"/>
          </a:xfrm>
          <a:custGeom>
            <a:avLst/>
            <a:gdLst/>
            <a:ahLst/>
            <a:rect l="0" t="0" r="r" b="b"/>
            <a:pathLst>
              <a:path w="211" h="882">
                <a:moveTo>
                  <a:pt x="0" y="441"/>
                </a:moveTo>
                <a:cubicBezTo>
                  <a:pt x="0" y="400"/>
                  <a:pt x="3" y="362"/>
                  <a:pt x="8" y="325"/>
                </a:cubicBezTo>
                <a:cubicBezTo>
                  <a:pt x="14" y="289"/>
                  <a:pt x="21" y="257"/>
                  <a:pt x="29" y="231"/>
                </a:cubicBezTo>
                <a:cubicBezTo>
                  <a:pt x="36" y="204"/>
                  <a:pt x="47" y="179"/>
                  <a:pt x="61" y="153"/>
                </a:cubicBezTo>
                <a:cubicBezTo>
                  <a:pt x="75" y="128"/>
                  <a:pt x="87" y="108"/>
                  <a:pt x="95" y="94"/>
                </a:cubicBezTo>
                <a:cubicBezTo>
                  <a:pt x="103" y="80"/>
                  <a:pt x="115" y="65"/>
                  <a:pt x="132" y="48"/>
                </a:cubicBezTo>
                <a:cubicBezTo>
                  <a:pt x="148" y="32"/>
                  <a:pt x="158" y="22"/>
                  <a:pt x="161" y="18"/>
                </a:cubicBezTo>
                <a:cubicBezTo>
                  <a:pt x="164" y="15"/>
                  <a:pt x="171" y="9"/>
                  <a:pt x="184" y="0"/>
                </a:cubicBezTo>
                <a:lnTo>
                  <a:pt x="195" y="0"/>
                </a:lnTo>
                <a:lnTo>
                  <a:pt x="199" y="0"/>
                </a:lnTo>
                <a:cubicBezTo>
                  <a:pt x="207" y="0"/>
                  <a:pt x="211" y="3"/>
                  <a:pt x="211" y="8"/>
                </a:cubicBezTo>
                <a:cubicBezTo>
                  <a:pt x="211" y="10"/>
                  <a:pt x="206" y="16"/>
                  <a:pt x="196" y="26"/>
                </a:cubicBezTo>
                <a:cubicBezTo>
                  <a:pt x="186" y="37"/>
                  <a:pt x="173" y="53"/>
                  <a:pt x="159" y="73"/>
                </a:cubicBezTo>
                <a:cubicBezTo>
                  <a:pt x="145" y="94"/>
                  <a:pt x="131" y="119"/>
                  <a:pt x="116" y="149"/>
                </a:cubicBezTo>
                <a:cubicBezTo>
                  <a:pt x="101" y="179"/>
                  <a:pt x="89" y="219"/>
                  <a:pt x="79" y="271"/>
                </a:cubicBezTo>
                <a:cubicBezTo>
                  <a:pt x="69" y="322"/>
                  <a:pt x="64" y="378"/>
                  <a:pt x="64" y="441"/>
                </a:cubicBezTo>
                <a:cubicBezTo>
                  <a:pt x="64" y="503"/>
                  <a:pt x="69" y="559"/>
                  <a:pt x="79" y="610"/>
                </a:cubicBezTo>
                <a:cubicBezTo>
                  <a:pt x="89" y="660"/>
                  <a:pt x="101" y="701"/>
                  <a:pt x="115" y="732"/>
                </a:cubicBezTo>
                <a:cubicBezTo>
                  <a:pt x="129" y="763"/>
                  <a:pt x="144" y="789"/>
                  <a:pt x="158" y="809"/>
                </a:cubicBezTo>
                <a:cubicBezTo>
                  <a:pt x="173" y="829"/>
                  <a:pt x="186" y="844"/>
                  <a:pt x="196" y="856"/>
                </a:cubicBezTo>
                <a:cubicBezTo>
                  <a:pt x="206" y="868"/>
                  <a:pt x="211" y="874"/>
                  <a:pt x="211" y="874"/>
                </a:cubicBezTo>
                <a:cubicBezTo>
                  <a:pt x="211" y="880"/>
                  <a:pt x="207" y="882"/>
                  <a:pt x="198" y="882"/>
                </a:cubicBezTo>
                <a:lnTo>
                  <a:pt x="195" y="882"/>
                </a:lnTo>
                <a:lnTo>
                  <a:pt x="184" y="882"/>
                </a:lnTo>
                <a:lnTo>
                  <a:pt x="158" y="861"/>
                </a:lnTo>
                <a:cubicBezTo>
                  <a:pt x="103" y="811"/>
                  <a:pt x="63" y="748"/>
                  <a:pt x="38" y="673"/>
                </a:cubicBezTo>
                <a:cubicBezTo>
                  <a:pt x="12" y="599"/>
                  <a:pt x="0" y="521"/>
                  <a:pt x="0" y="44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1" name=""/>
          <p:cNvSpPr/>
          <p:nvPr/>
        </p:nvSpPr>
        <p:spPr>
          <a:xfrm>
            <a:off x="4388400" y="3695040"/>
            <a:ext cx="155880" cy="223920"/>
          </a:xfrm>
          <a:custGeom>
            <a:avLst/>
            <a:gdLst/>
            <a:ahLst/>
            <a:rect l="0" t="0" r="r" b="b"/>
            <a:pathLst>
              <a:path w="433" h="622">
                <a:moveTo>
                  <a:pt x="294" y="10"/>
                </a:moveTo>
                <a:cubicBezTo>
                  <a:pt x="295" y="10"/>
                  <a:pt x="316" y="9"/>
                  <a:pt x="358" y="6"/>
                </a:cubicBezTo>
                <a:cubicBezTo>
                  <a:pt x="399" y="3"/>
                  <a:pt x="421" y="1"/>
                  <a:pt x="422" y="0"/>
                </a:cubicBezTo>
                <a:cubicBezTo>
                  <a:pt x="429" y="0"/>
                  <a:pt x="433" y="3"/>
                  <a:pt x="433" y="7"/>
                </a:cubicBezTo>
                <a:cubicBezTo>
                  <a:pt x="433" y="11"/>
                  <a:pt x="411" y="100"/>
                  <a:pt x="368" y="274"/>
                </a:cubicBezTo>
                <a:cubicBezTo>
                  <a:pt x="325" y="447"/>
                  <a:pt x="303" y="535"/>
                  <a:pt x="302" y="539"/>
                </a:cubicBezTo>
                <a:cubicBezTo>
                  <a:pt x="301" y="542"/>
                  <a:pt x="301" y="547"/>
                  <a:pt x="301" y="552"/>
                </a:cubicBezTo>
                <a:cubicBezTo>
                  <a:pt x="301" y="577"/>
                  <a:pt x="309" y="590"/>
                  <a:pt x="326" y="590"/>
                </a:cubicBezTo>
                <a:cubicBezTo>
                  <a:pt x="331" y="589"/>
                  <a:pt x="337" y="587"/>
                  <a:pt x="344" y="581"/>
                </a:cubicBezTo>
                <a:cubicBezTo>
                  <a:pt x="356" y="569"/>
                  <a:pt x="368" y="541"/>
                  <a:pt x="380" y="497"/>
                </a:cubicBezTo>
                <a:cubicBezTo>
                  <a:pt x="383" y="485"/>
                  <a:pt x="386" y="479"/>
                  <a:pt x="388" y="478"/>
                </a:cubicBezTo>
                <a:cubicBezTo>
                  <a:pt x="390" y="477"/>
                  <a:pt x="393" y="477"/>
                  <a:pt x="397" y="477"/>
                </a:cubicBezTo>
                <a:lnTo>
                  <a:pt x="401" y="477"/>
                </a:lnTo>
                <a:lnTo>
                  <a:pt x="404" y="477"/>
                </a:lnTo>
                <a:cubicBezTo>
                  <a:pt x="413" y="477"/>
                  <a:pt x="418" y="479"/>
                  <a:pt x="418" y="484"/>
                </a:cubicBezTo>
                <a:cubicBezTo>
                  <a:pt x="418" y="487"/>
                  <a:pt x="417" y="492"/>
                  <a:pt x="415" y="498"/>
                </a:cubicBezTo>
                <a:cubicBezTo>
                  <a:pt x="407" y="528"/>
                  <a:pt x="398" y="551"/>
                  <a:pt x="388" y="570"/>
                </a:cubicBezTo>
                <a:cubicBezTo>
                  <a:pt x="378" y="589"/>
                  <a:pt x="370" y="601"/>
                  <a:pt x="364" y="606"/>
                </a:cubicBezTo>
                <a:cubicBezTo>
                  <a:pt x="357" y="611"/>
                  <a:pt x="349" y="616"/>
                  <a:pt x="339" y="620"/>
                </a:cubicBezTo>
                <a:cubicBezTo>
                  <a:pt x="334" y="621"/>
                  <a:pt x="327" y="622"/>
                  <a:pt x="318" y="622"/>
                </a:cubicBezTo>
                <a:cubicBezTo>
                  <a:pt x="298" y="622"/>
                  <a:pt x="281" y="617"/>
                  <a:pt x="268" y="609"/>
                </a:cubicBezTo>
                <a:cubicBezTo>
                  <a:pt x="254" y="600"/>
                  <a:pt x="245" y="591"/>
                  <a:pt x="241" y="580"/>
                </a:cubicBezTo>
                <a:lnTo>
                  <a:pt x="236" y="567"/>
                </a:lnTo>
                <a:cubicBezTo>
                  <a:pt x="235" y="566"/>
                  <a:pt x="234" y="567"/>
                  <a:pt x="232" y="568"/>
                </a:cubicBezTo>
                <a:cubicBezTo>
                  <a:pt x="231" y="569"/>
                  <a:pt x="230" y="570"/>
                  <a:pt x="229" y="571"/>
                </a:cubicBezTo>
                <a:cubicBezTo>
                  <a:pt x="194" y="605"/>
                  <a:pt x="159" y="622"/>
                  <a:pt x="123" y="622"/>
                </a:cubicBezTo>
                <a:cubicBezTo>
                  <a:pt x="90" y="622"/>
                  <a:pt x="61" y="610"/>
                  <a:pt x="37" y="587"/>
                </a:cubicBezTo>
                <a:cubicBezTo>
                  <a:pt x="12" y="562"/>
                  <a:pt x="0" y="525"/>
                  <a:pt x="0" y="474"/>
                </a:cubicBezTo>
                <a:cubicBezTo>
                  <a:pt x="0" y="445"/>
                  <a:pt x="6" y="417"/>
                  <a:pt x="17" y="387"/>
                </a:cubicBezTo>
                <a:cubicBezTo>
                  <a:pt x="29" y="358"/>
                  <a:pt x="43" y="333"/>
                  <a:pt x="60" y="311"/>
                </a:cubicBezTo>
                <a:cubicBezTo>
                  <a:pt x="87" y="278"/>
                  <a:pt x="116" y="255"/>
                  <a:pt x="143" y="242"/>
                </a:cubicBezTo>
                <a:cubicBezTo>
                  <a:pt x="171" y="229"/>
                  <a:pt x="196" y="222"/>
                  <a:pt x="218" y="222"/>
                </a:cubicBezTo>
                <a:cubicBezTo>
                  <a:pt x="251" y="222"/>
                  <a:pt x="276" y="235"/>
                  <a:pt x="292" y="259"/>
                </a:cubicBezTo>
                <a:cubicBezTo>
                  <a:pt x="295" y="263"/>
                  <a:pt x="297" y="264"/>
                  <a:pt x="297" y="263"/>
                </a:cubicBezTo>
                <a:cubicBezTo>
                  <a:pt x="297" y="261"/>
                  <a:pt x="305" y="229"/>
                  <a:pt x="321" y="167"/>
                </a:cubicBezTo>
                <a:cubicBezTo>
                  <a:pt x="336" y="105"/>
                  <a:pt x="344" y="73"/>
                  <a:pt x="345" y="69"/>
                </a:cubicBezTo>
                <a:cubicBezTo>
                  <a:pt x="345" y="61"/>
                  <a:pt x="343" y="57"/>
                  <a:pt x="339" y="55"/>
                </a:cubicBezTo>
                <a:cubicBezTo>
                  <a:pt x="335" y="53"/>
                  <a:pt x="324" y="52"/>
                  <a:pt x="305" y="51"/>
                </a:cubicBezTo>
                <a:lnTo>
                  <a:pt x="286" y="51"/>
                </a:lnTo>
                <a:cubicBezTo>
                  <a:pt x="283" y="47"/>
                  <a:pt x="281" y="45"/>
                  <a:pt x="281" y="44"/>
                </a:cubicBezTo>
                <a:cubicBezTo>
                  <a:pt x="281" y="42"/>
                  <a:pt x="282" y="37"/>
                  <a:pt x="283" y="27"/>
                </a:cubicBezTo>
                <a:cubicBezTo>
                  <a:pt x="286" y="16"/>
                  <a:pt x="289" y="10"/>
                  <a:pt x="294" y="10"/>
                </a:cubicBezTo>
                <a:moveTo>
                  <a:pt x="282" y="325"/>
                </a:moveTo>
                <a:cubicBezTo>
                  <a:pt x="268" y="278"/>
                  <a:pt x="246" y="255"/>
                  <a:pt x="216" y="255"/>
                </a:cubicBezTo>
                <a:cubicBezTo>
                  <a:pt x="195" y="255"/>
                  <a:pt x="175" y="264"/>
                  <a:pt x="157" y="282"/>
                </a:cubicBezTo>
                <a:cubicBezTo>
                  <a:pt x="138" y="301"/>
                  <a:pt x="123" y="324"/>
                  <a:pt x="113" y="354"/>
                </a:cubicBezTo>
                <a:cubicBezTo>
                  <a:pt x="96" y="400"/>
                  <a:pt x="83" y="448"/>
                  <a:pt x="75" y="498"/>
                </a:cubicBezTo>
                <a:cubicBezTo>
                  <a:pt x="75" y="500"/>
                  <a:pt x="75" y="503"/>
                  <a:pt x="75" y="508"/>
                </a:cubicBezTo>
                <a:cubicBezTo>
                  <a:pt x="75" y="513"/>
                  <a:pt x="75" y="516"/>
                  <a:pt x="75" y="519"/>
                </a:cubicBezTo>
                <a:cubicBezTo>
                  <a:pt x="75" y="545"/>
                  <a:pt x="80" y="563"/>
                  <a:pt x="90" y="573"/>
                </a:cubicBezTo>
                <a:cubicBezTo>
                  <a:pt x="102" y="583"/>
                  <a:pt x="115" y="589"/>
                  <a:pt x="129" y="590"/>
                </a:cubicBezTo>
                <a:cubicBezTo>
                  <a:pt x="161" y="590"/>
                  <a:pt x="194" y="568"/>
                  <a:pt x="227" y="526"/>
                </a:cubicBezTo>
                <a:lnTo>
                  <a:pt x="234" y="516"/>
                </a:lnTo>
                <a:lnTo>
                  <a:pt x="282" y="32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2" name=""/>
          <p:cNvSpPr/>
          <p:nvPr/>
        </p:nvSpPr>
        <p:spPr>
          <a:xfrm>
            <a:off x="4560480" y="3677400"/>
            <a:ext cx="123480" cy="317520"/>
          </a:xfrm>
          <a:custGeom>
            <a:avLst/>
            <a:gdLst/>
            <a:ahLst/>
            <a:rect l="0" t="0" r="r" b="b"/>
            <a:pathLst>
              <a:path w="343" h="882">
                <a:moveTo>
                  <a:pt x="325" y="0"/>
                </a:moveTo>
                <a:cubicBezTo>
                  <a:pt x="330" y="0"/>
                  <a:pt x="334" y="2"/>
                  <a:pt x="338" y="5"/>
                </a:cubicBezTo>
                <a:cubicBezTo>
                  <a:pt x="341" y="9"/>
                  <a:pt x="343" y="13"/>
                  <a:pt x="343" y="18"/>
                </a:cubicBezTo>
                <a:cubicBezTo>
                  <a:pt x="343" y="21"/>
                  <a:pt x="292" y="162"/>
                  <a:pt x="191" y="442"/>
                </a:cubicBezTo>
                <a:cubicBezTo>
                  <a:pt x="88" y="723"/>
                  <a:pt x="35" y="867"/>
                  <a:pt x="32" y="873"/>
                </a:cubicBezTo>
                <a:cubicBezTo>
                  <a:pt x="28" y="879"/>
                  <a:pt x="23" y="882"/>
                  <a:pt x="17" y="882"/>
                </a:cubicBezTo>
                <a:cubicBezTo>
                  <a:pt x="13" y="882"/>
                  <a:pt x="9" y="881"/>
                  <a:pt x="6" y="878"/>
                </a:cubicBezTo>
                <a:cubicBezTo>
                  <a:pt x="2" y="875"/>
                  <a:pt x="0" y="871"/>
                  <a:pt x="0" y="866"/>
                </a:cubicBezTo>
                <a:cubicBezTo>
                  <a:pt x="0" y="860"/>
                  <a:pt x="51" y="715"/>
                  <a:pt x="155" y="434"/>
                </a:cubicBezTo>
                <a:cubicBezTo>
                  <a:pt x="257" y="154"/>
                  <a:pt x="309" y="12"/>
                  <a:pt x="311" y="9"/>
                </a:cubicBezTo>
                <a:cubicBezTo>
                  <a:pt x="313" y="3"/>
                  <a:pt x="318" y="0"/>
                  <a:pt x="325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3" name=""/>
          <p:cNvSpPr/>
          <p:nvPr/>
        </p:nvSpPr>
        <p:spPr>
          <a:xfrm>
            <a:off x="4717440" y="3704040"/>
            <a:ext cx="126720" cy="211680"/>
          </a:xfrm>
          <a:custGeom>
            <a:avLst/>
            <a:gdLst/>
            <a:ahLst/>
            <a:rect l="0" t="0" r="r" b="b"/>
            <a:pathLst>
              <a:path w="352" h="588">
                <a:moveTo>
                  <a:pt x="52" y="209"/>
                </a:moveTo>
                <a:cubicBezTo>
                  <a:pt x="36" y="209"/>
                  <a:pt x="23" y="204"/>
                  <a:pt x="14" y="193"/>
                </a:cubicBezTo>
                <a:cubicBezTo>
                  <a:pt x="4" y="182"/>
                  <a:pt x="0" y="170"/>
                  <a:pt x="0" y="154"/>
                </a:cubicBezTo>
                <a:cubicBezTo>
                  <a:pt x="0" y="113"/>
                  <a:pt x="15" y="76"/>
                  <a:pt x="46" y="46"/>
                </a:cubicBezTo>
                <a:cubicBezTo>
                  <a:pt x="78" y="15"/>
                  <a:pt x="117" y="0"/>
                  <a:pt x="164" y="0"/>
                </a:cubicBezTo>
                <a:cubicBezTo>
                  <a:pt x="217" y="0"/>
                  <a:pt x="262" y="16"/>
                  <a:pt x="298" y="49"/>
                </a:cubicBezTo>
                <a:cubicBezTo>
                  <a:pt x="333" y="82"/>
                  <a:pt x="352" y="125"/>
                  <a:pt x="352" y="177"/>
                </a:cubicBezTo>
                <a:cubicBezTo>
                  <a:pt x="352" y="202"/>
                  <a:pt x="346" y="226"/>
                  <a:pt x="335" y="249"/>
                </a:cubicBezTo>
                <a:cubicBezTo>
                  <a:pt x="323" y="272"/>
                  <a:pt x="309" y="292"/>
                  <a:pt x="292" y="309"/>
                </a:cubicBezTo>
                <a:cubicBezTo>
                  <a:pt x="276" y="326"/>
                  <a:pt x="252" y="348"/>
                  <a:pt x="222" y="375"/>
                </a:cubicBezTo>
                <a:cubicBezTo>
                  <a:pt x="201" y="393"/>
                  <a:pt x="171" y="420"/>
                  <a:pt x="134" y="456"/>
                </a:cubicBezTo>
                <a:lnTo>
                  <a:pt x="82" y="505"/>
                </a:lnTo>
                <a:lnTo>
                  <a:pt x="149" y="506"/>
                </a:lnTo>
                <a:cubicBezTo>
                  <a:pt x="241" y="506"/>
                  <a:pt x="290" y="504"/>
                  <a:pt x="296" y="501"/>
                </a:cubicBezTo>
                <a:cubicBezTo>
                  <a:pt x="300" y="500"/>
                  <a:pt x="307" y="474"/>
                  <a:pt x="317" y="423"/>
                </a:cubicBezTo>
                <a:lnTo>
                  <a:pt x="317" y="420"/>
                </a:lnTo>
                <a:lnTo>
                  <a:pt x="352" y="420"/>
                </a:lnTo>
                <a:lnTo>
                  <a:pt x="352" y="423"/>
                </a:lnTo>
                <a:cubicBezTo>
                  <a:pt x="352" y="425"/>
                  <a:pt x="348" y="452"/>
                  <a:pt x="341" y="503"/>
                </a:cubicBezTo>
                <a:cubicBezTo>
                  <a:pt x="334" y="556"/>
                  <a:pt x="329" y="583"/>
                  <a:pt x="328" y="585"/>
                </a:cubicBezTo>
                <a:lnTo>
                  <a:pt x="328" y="588"/>
                </a:lnTo>
                <a:lnTo>
                  <a:pt x="0" y="588"/>
                </a:lnTo>
                <a:lnTo>
                  <a:pt x="0" y="571"/>
                </a:lnTo>
                <a:lnTo>
                  <a:pt x="0" y="561"/>
                </a:lnTo>
                <a:cubicBezTo>
                  <a:pt x="0" y="557"/>
                  <a:pt x="1" y="551"/>
                  <a:pt x="5" y="546"/>
                </a:cubicBezTo>
                <a:cubicBezTo>
                  <a:pt x="8" y="542"/>
                  <a:pt x="17" y="531"/>
                  <a:pt x="31" y="516"/>
                </a:cubicBezTo>
                <a:cubicBezTo>
                  <a:pt x="48" y="497"/>
                  <a:pt x="64" y="480"/>
                  <a:pt x="76" y="466"/>
                </a:cubicBezTo>
                <a:cubicBezTo>
                  <a:pt x="82" y="460"/>
                  <a:pt x="92" y="449"/>
                  <a:pt x="106" y="434"/>
                </a:cubicBezTo>
                <a:cubicBezTo>
                  <a:pt x="121" y="418"/>
                  <a:pt x="131" y="407"/>
                  <a:pt x="136" y="401"/>
                </a:cubicBezTo>
                <a:cubicBezTo>
                  <a:pt x="142" y="395"/>
                  <a:pt x="150" y="385"/>
                  <a:pt x="162" y="372"/>
                </a:cubicBezTo>
                <a:cubicBezTo>
                  <a:pt x="174" y="358"/>
                  <a:pt x="182" y="348"/>
                  <a:pt x="187" y="342"/>
                </a:cubicBezTo>
                <a:cubicBezTo>
                  <a:pt x="191" y="335"/>
                  <a:pt x="198" y="327"/>
                  <a:pt x="207" y="316"/>
                </a:cubicBezTo>
                <a:cubicBezTo>
                  <a:pt x="216" y="304"/>
                  <a:pt x="222" y="295"/>
                  <a:pt x="225" y="287"/>
                </a:cubicBezTo>
                <a:cubicBezTo>
                  <a:pt x="229" y="280"/>
                  <a:pt x="233" y="271"/>
                  <a:pt x="239" y="262"/>
                </a:cubicBezTo>
                <a:cubicBezTo>
                  <a:pt x="244" y="252"/>
                  <a:pt x="248" y="243"/>
                  <a:pt x="250" y="234"/>
                </a:cubicBezTo>
                <a:cubicBezTo>
                  <a:pt x="252" y="224"/>
                  <a:pt x="254" y="215"/>
                  <a:pt x="256" y="207"/>
                </a:cubicBezTo>
                <a:cubicBezTo>
                  <a:pt x="258" y="199"/>
                  <a:pt x="259" y="189"/>
                  <a:pt x="259" y="178"/>
                </a:cubicBezTo>
                <a:cubicBezTo>
                  <a:pt x="259" y="141"/>
                  <a:pt x="249" y="109"/>
                  <a:pt x="229" y="82"/>
                </a:cubicBezTo>
                <a:cubicBezTo>
                  <a:pt x="209" y="55"/>
                  <a:pt x="180" y="41"/>
                  <a:pt x="143" y="41"/>
                </a:cubicBezTo>
                <a:cubicBezTo>
                  <a:pt x="124" y="41"/>
                  <a:pt x="107" y="46"/>
                  <a:pt x="92" y="56"/>
                </a:cubicBezTo>
                <a:cubicBezTo>
                  <a:pt x="78" y="66"/>
                  <a:pt x="67" y="76"/>
                  <a:pt x="61" y="85"/>
                </a:cubicBezTo>
                <a:cubicBezTo>
                  <a:pt x="55" y="95"/>
                  <a:pt x="52" y="100"/>
                  <a:pt x="52" y="102"/>
                </a:cubicBezTo>
                <a:cubicBezTo>
                  <a:pt x="52" y="103"/>
                  <a:pt x="53" y="103"/>
                  <a:pt x="56" y="103"/>
                </a:cubicBezTo>
                <a:cubicBezTo>
                  <a:pt x="68" y="103"/>
                  <a:pt x="78" y="107"/>
                  <a:pt x="90" y="115"/>
                </a:cubicBezTo>
                <a:cubicBezTo>
                  <a:pt x="101" y="124"/>
                  <a:pt x="106" y="137"/>
                  <a:pt x="106" y="156"/>
                </a:cubicBezTo>
                <a:cubicBezTo>
                  <a:pt x="106" y="171"/>
                  <a:pt x="102" y="183"/>
                  <a:pt x="92" y="193"/>
                </a:cubicBezTo>
                <a:cubicBezTo>
                  <a:pt x="83" y="203"/>
                  <a:pt x="70" y="208"/>
                  <a:pt x="52" y="2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4" name=""/>
          <p:cNvSpPr/>
          <p:nvPr/>
        </p:nvSpPr>
        <p:spPr>
          <a:xfrm>
            <a:off x="4877640" y="3677400"/>
            <a:ext cx="75960" cy="317520"/>
          </a:xfrm>
          <a:custGeom>
            <a:avLst/>
            <a:gdLst/>
            <a:ahLst/>
            <a:rect l="0" t="0" r="r" b="b"/>
            <a:pathLst>
              <a:path w="211" h="882">
                <a:moveTo>
                  <a:pt x="4" y="1"/>
                </a:moveTo>
                <a:lnTo>
                  <a:pt x="8" y="0"/>
                </a:lnTo>
                <a:cubicBezTo>
                  <a:pt x="11" y="0"/>
                  <a:pt x="13" y="0"/>
                  <a:pt x="16" y="0"/>
                </a:cubicBezTo>
                <a:lnTo>
                  <a:pt x="27" y="0"/>
                </a:lnTo>
                <a:lnTo>
                  <a:pt x="52" y="21"/>
                </a:lnTo>
                <a:cubicBezTo>
                  <a:pt x="107" y="71"/>
                  <a:pt x="147" y="133"/>
                  <a:pt x="172" y="208"/>
                </a:cubicBezTo>
                <a:cubicBezTo>
                  <a:pt x="198" y="283"/>
                  <a:pt x="211" y="360"/>
                  <a:pt x="211" y="441"/>
                </a:cubicBezTo>
                <a:cubicBezTo>
                  <a:pt x="211" y="481"/>
                  <a:pt x="208" y="519"/>
                  <a:pt x="202" y="556"/>
                </a:cubicBezTo>
                <a:cubicBezTo>
                  <a:pt x="196" y="593"/>
                  <a:pt x="189" y="625"/>
                  <a:pt x="181" y="650"/>
                </a:cubicBezTo>
                <a:cubicBezTo>
                  <a:pt x="174" y="676"/>
                  <a:pt x="163" y="702"/>
                  <a:pt x="149" y="728"/>
                </a:cubicBezTo>
                <a:cubicBezTo>
                  <a:pt x="135" y="754"/>
                  <a:pt x="123" y="773"/>
                  <a:pt x="115" y="787"/>
                </a:cubicBezTo>
                <a:cubicBezTo>
                  <a:pt x="107" y="802"/>
                  <a:pt x="95" y="816"/>
                  <a:pt x="79" y="833"/>
                </a:cubicBezTo>
                <a:cubicBezTo>
                  <a:pt x="63" y="849"/>
                  <a:pt x="54" y="859"/>
                  <a:pt x="51" y="862"/>
                </a:cubicBezTo>
                <a:cubicBezTo>
                  <a:pt x="48" y="865"/>
                  <a:pt x="41" y="871"/>
                  <a:pt x="31" y="879"/>
                </a:cubicBezTo>
                <a:cubicBezTo>
                  <a:pt x="29" y="881"/>
                  <a:pt x="28" y="882"/>
                  <a:pt x="27" y="882"/>
                </a:cubicBezTo>
                <a:lnTo>
                  <a:pt x="16" y="882"/>
                </a:lnTo>
                <a:cubicBezTo>
                  <a:pt x="12" y="882"/>
                  <a:pt x="8" y="882"/>
                  <a:pt x="7" y="882"/>
                </a:cubicBezTo>
                <a:cubicBezTo>
                  <a:pt x="5" y="882"/>
                  <a:pt x="4" y="881"/>
                  <a:pt x="2" y="880"/>
                </a:cubicBezTo>
                <a:cubicBezTo>
                  <a:pt x="1" y="878"/>
                  <a:pt x="0" y="875"/>
                  <a:pt x="0" y="872"/>
                </a:cubicBezTo>
                <a:cubicBezTo>
                  <a:pt x="0" y="871"/>
                  <a:pt x="4" y="867"/>
                  <a:pt x="9" y="860"/>
                </a:cubicBezTo>
                <a:cubicBezTo>
                  <a:pt x="100" y="765"/>
                  <a:pt x="146" y="625"/>
                  <a:pt x="146" y="441"/>
                </a:cubicBezTo>
                <a:cubicBezTo>
                  <a:pt x="146" y="256"/>
                  <a:pt x="100" y="117"/>
                  <a:pt x="9" y="22"/>
                </a:cubicBezTo>
                <a:cubicBezTo>
                  <a:pt x="4" y="15"/>
                  <a:pt x="0" y="11"/>
                  <a:pt x="0" y="11"/>
                </a:cubicBezTo>
                <a:cubicBezTo>
                  <a:pt x="0" y="6"/>
                  <a:pt x="1" y="3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5" name=""/>
          <p:cNvSpPr/>
          <p:nvPr/>
        </p:nvSpPr>
        <p:spPr>
          <a:xfrm>
            <a:off x="5005080" y="3650760"/>
            <a:ext cx="90000" cy="149760"/>
          </a:xfrm>
          <a:custGeom>
            <a:avLst/>
            <a:gdLst/>
            <a:ahLst/>
            <a:rect l="0" t="0" r="r" b="b"/>
            <a:pathLst>
              <a:path w="250" h="416">
                <a:moveTo>
                  <a:pt x="37" y="149"/>
                </a:moveTo>
                <a:cubicBezTo>
                  <a:pt x="26" y="149"/>
                  <a:pt x="17" y="145"/>
                  <a:pt x="10" y="138"/>
                </a:cubicBezTo>
                <a:cubicBezTo>
                  <a:pt x="4" y="130"/>
                  <a:pt x="0" y="121"/>
                  <a:pt x="0" y="110"/>
                </a:cubicBezTo>
                <a:cubicBezTo>
                  <a:pt x="0" y="81"/>
                  <a:pt x="11" y="55"/>
                  <a:pt x="33" y="33"/>
                </a:cubicBezTo>
                <a:cubicBezTo>
                  <a:pt x="55" y="12"/>
                  <a:pt x="83" y="0"/>
                  <a:pt x="117" y="0"/>
                </a:cubicBezTo>
                <a:cubicBezTo>
                  <a:pt x="154" y="0"/>
                  <a:pt x="186" y="13"/>
                  <a:pt x="211" y="36"/>
                </a:cubicBezTo>
                <a:cubicBezTo>
                  <a:pt x="237" y="59"/>
                  <a:pt x="249" y="89"/>
                  <a:pt x="250" y="126"/>
                </a:cubicBezTo>
                <a:cubicBezTo>
                  <a:pt x="250" y="144"/>
                  <a:pt x="246" y="161"/>
                  <a:pt x="237" y="177"/>
                </a:cubicBezTo>
                <a:cubicBezTo>
                  <a:pt x="229" y="194"/>
                  <a:pt x="219" y="208"/>
                  <a:pt x="208" y="220"/>
                </a:cubicBezTo>
                <a:cubicBezTo>
                  <a:pt x="196" y="232"/>
                  <a:pt x="179" y="247"/>
                  <a:pt x="158" y="266"/>
                </a:cubicBezTo>
                <a:cubicBezTo>
                  <a:pt x="143" y="279"/>
                  <a:pt x="122" y="298"/>
                  <a:pt x="94" y="323"/>
                </a:cubicBezTo>
                <a:lnTo>
                  <a:pt x="58" y="358"/>
                </a:lnTo>
                <a:lnTo>
                  <a:pt x="105" y="359"/>
                </a:lnTo>
                <a:cubicBezTo>
                  <a:pt x="171" y="359"/>
                  <a:pt x="206" y="358"/>
                  <a:pt x="210" y="356"/>
                </a:cubicBezTo>
                <a:cubicBezTo>
                  <a:pt x="213" y="355"/>
                  <a:pt x="218" y="336"/>
                  <a:pt x="225" y="300"/>
                </a:cubicBezTo>
                <a:lnTo>
                  <a:pt x="225" y="298"/>
                </a:lnTo>
                <a:lnTo>
                  <a:pt x="250" y="298"/>
                </a:lnTo>
                <a:lnTo>
                  <a:pt x="250" y="300"/>
                </a:lnTo>
                <a:cubicBezTo>
                  <a:pt x="249" y="301"/>
                  <a:pt x="247" y="320"/>
                  <a:pt x="242" y="357"/>
                </a:cubicBezTo>
                <a:cubicBezTo>
                  <a:pt x="237" y="393"/>
                  <a:pt x="234" y="413"/>
                  <a:pt x="232" y="414"/>
                </a:cubicBezTo>
                <a:lnTo>
                  <a:pt x="232" y="416"/>
                </a:lnTo>
                <a:lnTo>
                  <a:pt x="0" y="416"/>
                </a:lnTo>
                <a:lnTo>
                  <a:pt x="0" y="404"/>
                </a:lnTo>
                <a:lnTo>
                  <a:pt x="0" y="397"/>
                </a:lnTo>
                <a:cubicBezTo>
                  <a:pt x="0" y="394"/>
                  <a:pt x="2" y="391"/>
                  <a:pt x="4" y="387"/>
                </a:cubicBezTo>
                <a:cubicBezTo>
                  <a:pt x="7" y="384"/>
                  <a:pt x="13" y="377"/>
                  <a:pt x="23" y="366"/>
                </a:cubicBezTo>
                <a:cubicBezTo>
                  <a:pt x="35" y="352"/>
                  <a:pt x="45" y="341"/>
                  <a:pt x="54" y="331"/>
                </a:cubicBezTo>
                <a:cubicBezTo>
                  <a:pt x="58" y="327"/>
                  <a:pt x="65" y="319"/>
                  <a:pt x="75" y="308"/>
                </a:cubicBezTo>
                <a:cubicBezTo>
                  <a:pt x="85" y="296"/>
                  <a:pt x="93" y="289"/>
                  <a:pt x="96" y="285"/>
                </a:cubicBezTo>
                <a:cubicBezTo>
                  <a:pt x="100" y="280"/>
                  <a:pt x="106" y="274"/>
                  <a:pt x="115" y="264"/>
                </a:cubicBezTo>
                <a:cubicBezTo>
                  <a:pt x="124" y="254"/>
                  <a:pt x="129" y="247"/>
                  <a:pt x="133" y="243"/>
                </a:cubicBezTo>
                <a:cubicBezTo>
                  <a:pt x="136" y="238"/>
                  <a:pt x="141" y="232"/>
                  <a:pt x="147" y="224"/>
                </a:cubicBezTo>
                <a:cubicBezTo>
                  <a:pt x="153" y="216"/>
                  <a:pt x="158" y="210"/>
                  <a:pt x="160" y="204"/>
                </a:cubicBezTo>
                <a:cubicBezTo>
                  <a:pt x="163" y="199"/>
                  <a:pt x="166" y="193"/>
                  <a:pt x="170" y="186"/>
                </a:cubicBezTo>
                <a:cubicBezTo>
                  <a:pt x="173" y="179"/>
                  <a:pt x="176" y="173"/>
                  <a:pt x="178" y="166"/>
                </a:cubicBezTo>
                <a:cubicBezTo>
                  <a:pt x="179" y="160"/>
                  <a:pt x="181" y="153"/>
                  <a:pt x="182" y="147"/>
                </a:cubicBezTo>
                <a:cubicBezTo>
                  <a:pt x="183" y="142"/>
                  <a:pt x="184" y="135"/>
                  <a:pt x="184" y="127"/>
                </a:cubicBezTo>
                <a:cubicBezTo>
                  <a:pt x="184" y="101"/>
                  <a:pt x="177" y="78"/>
                  <a:pt x="163" y="59"/>
                </a:cubicBezTo>
                <a:cubicBezTo>
                  <a:pt x="149" y="40"/>
                  <a:pt x="128" y="30"/>
                  <a:pt x="101" y="30"/>
                </a:cubicBezTo>
                <a:cubicBezTo>
                  <a:pt x="88" y="30"/>
                  <a:pt x="75" y="34"/>
                  <a:pt x="65" y="41"/>
                </a:cubicBezTo>
                <a:cubicBezTo>
                  <a:pt x="55" y="48"/>
                  <a:pt x="47" y="55"/>
                  <a:pt x="43" y="61"/>
                </a:cubicBezTo>
                <a:cubicBezTo>
                  <a:pt x="39" y="68"/>
                  <a:pt x="37" y="72"/>
                  <a:pt x="37" y="73"/>
                </a:cubicBezTo>
                <a:cubicBezTo>
                  <a:pt x="37" y="74"/>
                  <a:pt x="38" y="74"/>
                  <a:pt x="40" y="74"/>
                </a:cubicBezTo>
                <a:cubicBezTo>
                  <a:pt x="48" y="74"/>
                  <a:pt x="55" y="77"/>
                  <a:pt x="63" y="83"/>
                </a:cubicBezTo>
                <a:cubicBezTo>
                  <a:pt x="71" y="88"/>
                  <a:pt x="75" y="98"/>
                  <a:pt x="75" y="111"/>
                </a:cubicBezTo>
                <a:cubicBezTo>
                  <a:pt x="75" y="122"/>
                  <a:pt x="72" y="130"/>
                  <a:pt x="65" y="138"/>
                </a:cubicBezTo>
                <a:cubicBezTo>
                  <a:pt x="58" y="145"/>
                  <a:pt x="49" y="148"/>
                  <a:pt x="37" y="14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6" name=""/>
          <p:cNvSpPr/>
          <p:nvPr/>
        </p:nvSpPr>
        <p:spPr>
          <a:xfrm>
            <a:off x="5236560" y="3744000"/>
            <a:ext cx="194040" cy="184320"/>
          </a:xfrm>
          <a:custGeom>
            <a:avLst/>
            <a:gdLst/>
            <a:ahLst/>
            <a:rect l="0" t="0" r="r" b="b"/>
            <a:pathLst>
              <a:path w="539" h="512">
                <a:moveTo>
                  <a:pt x="1" y="18"/>
                </a:moveTo>
                <a:cubicBezTo>
                  <a:pt x="1" y="13"/>
                  <a:pt x="2" y="9"/>
                  <a:pt x="4" y="6"/>
                </a:cubicBezTo>
                <a:cubicBezTo>
                  <a:pt x="7" y="3"/>
                  <a:pt x="9" y="2"/>
                  <a:pt x="11" y="1"/>
                </a:cubicBezTo>
                <a:lnTo>
                  <a:pt x="14" y="0"/>
                </a:lnTo>
                <a:cubicBezTo>
                  <a:pt x="18" y="0"/>
                  <a:pt x="63" y="20"/>
                  <a:pt x="150" y="61"/>
                </a:cubicBezTo>
                <a:cubicBezTo>
                  <a:pt x="236" y="102"/>
                  <a:pt x="322" y="143"/>
                  <a:pt x="407" y="183"/>
                </a:cubicBezTo>
                <a:lnTo>
                  <a:pt x="533" y="243"/>
                </a:lnTo>
                <a:cubicBezTo>
                  <a:pt x="537" y="246"/>
                  <a:pt x="539" y="251"/>
                  <a:pt x="539" y="257"/>
                </a:cubicBezTo>
                <a:cubicBezTo>
                  <a:pt x="539" y="263"/>
                  <a:pt x="537" y="267"/>
                  <a:pt x="533" y="270"/>
                </a:cubicBezTo>
                <a:cubicBezTo>
                  <a:pt x="532" y="271"/>
                  <a:pt x="446" y="312"/>
                  <a:pt x="276" y="392"/>
                </a:cubicBezTo>
                <a:lnTo>
                  <a:pt x="21" y="512"/>
                </a:lnTo>
                <a:lnTo>
                  <a:pt x="16" y="512"/>
                </a:lnTo>
                <a:cubicBezTo>
                  <a:pt x="5" y="511"/>
                  <a:pt x="0" y="505"/>
                  <a:pt x="0" y="495"/>
                </a:cubicBezTo>
                <a:cubicBezTo>
                  <a:pt x="0" y="494"/>
                  <a:pt x="0" y="493"/>
                  <a:pt x="0" y="492"/>
                </a:cubicBezTo>
                <a:cubicBezTo>
                  <a:pt x="-1" y="488"/>
                  <a:pt x="4" y="483"/>
                  <a:pt x="13" y="478"/>
                </a:cubicBezTo>
                <a:cubicBezTo>
                  <a:pt x="24" y="472"/>
                  <a:pt x="68" y="451"/>
                  <a:pt x="145" y="414"/>
                </a:cubicBezTo>
                <a:cubicBezTo>
                  <a:pt x="191" y="393"/>
                  <a:pt x="229" y="375"/>
                  <a:pt x="261" y="361"/>
                </a:cubicBezTo>
                <a:lnTo>
                  <a:pt x="479" y="257"/>
                </a:lnTo>
                <a:lnTo>
                  <a:pt x="261" y="153"/>
                </a:lnTo>
                <a:cubicBezTo>
                  <a:pt x="91" y="72"/>
                  <a:pt x="5" y="30"/>
                  <a:pt x="2" y="27"/>
                </a:cubicBezTo>
                <a:cubicBezTo>
                  <a:pt x="1" y="25"/>
                  <a:pt x="1" y="22"/>
                  <a:pt x="1" y="1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7" name=""/>
          <p:cNvSpPr/>
          <p:nvPr/>
        </p:nvSpPr>
        <p:spPr>
          <a:xfrm>
            <a:off x="5557680" y="370404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0" y="71"/>
                </a:moveTo>
                <a:cubicBezTo>
                  <a:pt x="83" y="24"/>
                  <a:pt x="128" y="0"/>
                  <a:pt x="185" y="0"/>
                </a:cubicBezTo>
                <a:cubicBezTo>
                  <a:pt x="213" y="0"/>
                  <a:pt x="241" y="8"/>
                  <a:pt x="269" y="23"/>
                </a:cubicBezTo>
                <a:cubicBezTo>
                  <a:pt x="297" y="38"/>
                  <a:pt x="320" y="65"/>
                  <a:pt x="339" y="104"/>
                </a:cubicBezTo>
                <a:cubicBezTo>
                  <a:pt x="361" y="153"/>
                  <a:pt x="372" y="220"/>
                  <a:pt x="372" y="305"/>
                </a:cubicBezTo>
                <a:cubicBezTo>
                  <a:pt x="372" y="397"/>
                  <a:pt x="359" y="467"/>
                  <a:pt x="334" y="515"/>
                </a:cubicBezTo>
                <a:cubicBezTo>
                  <a:pt x="321" y="539"/>
                  <a:pt x="305" y="559"/>
                  <a:pt x="284" y="574"/>
                </a:cubicBezTo>
                <a:cubicBezTo>
                  <a:pt x="264" y="589"/>
                  <a:pt x="246" y="598"/>
                  <a:pt x="230" y="601"/>
                </a:cubicBezTo>
                <a:cubicBezTo>
                  <a:pt x="215" y="605"/>
                  <a:pt x="200" y="607"/>
                  <a:pt x="185" y="607"/>
                </a:cubicBezTo>
                <a:cubicBezTo>
                  <a:pt x="170" y="607"/>
                  <a:pt x="155" y="606"/>
                  <a:pt x="140" y="602"/>
                </a:cubicBezTo>
                <a:cubicBezTo>
                  <a:pt x="124" y="599"/>
                  <a:pt x="106" y="589"/>
                  <a:pt x="86" y="574"/>
                </a:cubicBezTo>
                <a:cubicBezTo>
                  <a:pt x="65" y="559"/>
                  <a:pt x="49" y="539"/>
                  <a:pt x="37" y="515"/>
                </a:cubicBezTo>
                <a:cubicBezTo>
                  <a:pt x="12" y="467"/>
                  <a:pt x="0" y="397"/>
                  <a:pt x="0" y="305"/>
                </a:cubicBezTo>
                <a:cubicBezTo>
                  <a:pt x="0" y="203"/>
                  <a:pt x="16" y="125"/>
                  <a:pt x="50" y="71"/>
                </a:cubicBezTo>
                <a:moveTo>
                  <a:pt x="248" y="61"/>
                </a:moveTo>
                <a:cubicBezTo>
                  <a:pt x="230" y="42"/>
                  <a:pt x="210" y="33"/>
                  <a:pt x="185" y="33"/>
                </a:cubicBezTo>
                <a:cubicBezTo>
                  <a:pt x="161" y="33"/>
                  <a:pt x="140" y="42"/>
                  <a:pt x="122" y="61"/>
                </a:cubicBezTo>
                <a:cubicBezTo>
                  <a:pt x="107" y="76"/>
                  <a:pt x="98" y="97"/>
                  <a:pt x="93" y="124"/>
                </a:cubicBezTo>
                <a:cubicBezTo>
                  <a:pt x="88" y="151"/>
                  <a:pt x="86" y="208"/>
                  <a:pt x="86" y="293"/>
                </a:cubicBezTo>
                <a:cubicBezTo>
                  <a:pt x="86" y="387"/>
                  <a:pt x="88" y="448"/>
                  <a:pt x="93" y="478"/>
                </a:cubicBezTo>
                <a:cubicBezTo>
                  <a:pt x="98" y="507"/>
                  <a:pt x="108" y="530"/>
                  <a:pt x="125" y="547"/>
                </a:cubicBezTo>
                <a:cubicBezTo>
                  <a:pt x="141" y="565"/>
                  <a:pt x="161" y="574"/>
                  <a:pt x="185" y="574"/>
                </a:cubicBezTo>
                <a:cubicBezTo>
                  <a:pt x="209" y="574"/>
                  <a:pt x="229" y="565"/>
                  <a:pt x="245" y="547"/>
                </a:cubicBezTo>
                <a:cubicBezTo>
                  <a:pt x="262" y="530"/>
                  <a:pt x="273" y="505"/>
                  <a:pt x="277" y="473"/>
                </a:cubicBezTo>
                <a:cubicBezTo>
                  <a:pt x="281" y="442"/>
                  <a:pt x="284" y="382"/>
                  <a:pt x="284" y="293"/>
                </a:cubicBezTo>
                <a:cubicBezTo>
                  <a:pt x="284" y="208"/>
                  <a:pt x="282" y="152"/>
                  <a:pt x="277" y="125"/>
                </a:cubicBezTo>
                <a:cubicBezTo>
                  <a:pt x="272" y="98"/>
                  <a:pt x="263" y="77"/>
                  <a:pt x="248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8" name=""/>
          <p:cNvSpPr/>
          <p:nvPr/>
        </p:nvSpPr>
        <p:spPr>
          <a:xfrm>
            <a:off x="5728680" y="38772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53"/>
                </a:moveTo>
                <a:cubicBezTo>
                  <a:pt x="0" y="39"/>
                  <a:pt x="5" y="27"/>
                  <a:pt x="15" y="16"/>
                </a:cubicBezTo>
                <a:cubicBezTo>
                  <a:pt x="25" y="5"/>
                  <a:pt x="37" y="0"/>
                  <a:pt x="53" y="0"/>
                </a:cubicBezTo>
                <a:cubicBezTo>
                  <a:pt x="68" y="0"/>
                  <a:pt x="80" y="5"/>
                  <a:pt x="90" y="14"/>
                </a:cubicBezTo>
                <a:cubicBezTo>
                  <a:pt x="101" y="24"/>
                  <a:pt x="107" y="36"/>
                  <a:pt x="107" y="52"/>
                </a:cubicBezTo>
                <a:cubicBezTo>
                  <a:pt x="107" y="67"/>
                  <a:pt x="102" y="80"/>
                  <a:pt x="92" y="90"/>
                </a:cubicBezTo>
                <a:cubicBezTo>
                  <a:pt x="82" y="102"/>
                  <a:pt x="70" y="107"/>
                  <a:pt x="54" y="107"/>
                </a:cubicBezTo>
                <a:cubicBezTo>
                  <a:pt x="38" y="107"/>
                  <a:pt x="25" y="102"/>
                  <a:pt x="15" y="91"/>
                </a:cubicBezTo>
                <a:cubicBezTo>
                  <a:pt x="5" y="81"/>
                  <a:pt x="0" y="68"/>
                  <a:pt x="0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9" name=""/>
          <p:cNvSpPr/>
          <p:nvPr/>
        </p:nvSpPr>
        <p:spPr>
          <a:xfrm>
            <a:off x="5805720" y="3704040"/>
            <a:ext cx="131760" cy="218520"/>
          </a:xfrm>
          <a:custGeom>
            <a:avLst/>
            <a:gdLst/>
            <a:ahLst/>
            <a:rect l="0" t="0" r="r" b="b"/>
            <a:pathLst>
              <a:path w="366" h="607">
                <a:moveTo>
                  <a:pt x="72" y="42"/>
                </a:moveTo>
                <a:cubicBezTo>
                  <a:pt x="104" y="15"/>
                  <a:pt x="140" y="1"/>
                  <a:pt x="181" y="0"/>
                </a:cubicBezTo>
                <a:cubicBezTo>
                  <a:pt x="223" y="0"/>
                  <a:pt x="260" y="12"/>
                  <a:pt x="292" y="37"/>
                </a:cubicBezTo>
                <a:cubicBezTo>
                  <a:pt x="325" y="62"/>
                  <a:pt x="341" y="94"/>
                  <a:pt x="341" y="133"/>
                </a:cubicBezTo>
                <a:cubicBezTo>
                  <a:pt x="341" y="151"/>
                  <a:pt x="338" y="167"/>
                  <a:pt x="331" y="182"/>
                </a:cubicBezTo>
                <a:cubicBezTo>
                  <a:pt x="325" y="198"/>
                  <a:pt x="317" y="210"/>
                  <a:pt x="308" y="219"/>
                </a:cubicBezTo>
                <a:cubicBezTo>
                  <a:pt x="300" y="229"/>
                  <a:pt x="290" y="237"/>
                  <a:pt x="281" y="244"/>
                </a:cubicBezTo>
                <a:cubicBezTo>
                  <a:pt x="272" y="251"/>
                  <a:pt x="264" y="256"/>
                  <a:pt x="258" y="260"/>
                </a:cubicBezTo>
                <a:cubicBezTo>
                  <a:pt x="252" y="264"/>
                  <a:pt x="249" y="266"/>
                  <a:pt x="248" y="267"/>
                </a:cubicBezTo>
                <a:lnTo>
                  <a:pt x="261" y="275"/>
                </a:lnTo>
                <a:cubicBezTo>
                  <a:pt x="269" y="281"/>
                  <a:pt x="277" y="287"/>
                  <a:pt x="285" y="293"/>
                </a:cubicBezTo>
                <a:cubicBezTo>
                  <a:pt x="294" y="298"/>
                  <a:pt x="298" y="302"/>
                  <a:pt x="300" y="302"/>
                </a:cubicBezTo>
                <a:cubicBezTo>
                  <a:pt x="344" y="338"/>
                  <a:pt x="366" y="382"/>
                  <a:pt x="366" y="435"/>
                </a:cubicBezTo>
                <a:cubicBezTo>
                  <a:pt x="366" y="481"/>
                  <a:pt x="349" y="521"/>
                  <a:pt x="314" y="555"/>
                </a:cubicBezTo>
                <a:cubicBezTo>
                  <a:pt x="280" y="589"/>
                  <a:pt x="236" y="607"/>
                  <a:pt x="182" y="607"/>
                </a:cubicBezTo>
                <a:cubicBezTo>
                  <a:pt x="129" y="607"/>
                  <a:pt x="86" y="592"/>
                  <a:pt x="51" y="562"/>
                </a:cubicBezTo>
                <a:cubicBezTo>
                  <a:pt x="17" y="532"/>
                  <a:pt x="0" y="495"/>
                  <a:pt x="0" y="451"/>
                </a:cubicBezTo>
                <a:cubicBezTo>
                  <a:pt x="0" y="388"/>
                  <a:pt x="38" y="335"/>
                  <a:pt x="114" y="292"/>
                </a:cubicBezTo>
                <a:lnTo>
                  <a:pt x="99" y="280"/>
                </a:lnTo>
                <a:cubicBezTo>
                  <a:pt x="86" y="273"/>
                  <a:pt x="78" y="267"/>
                  <a:pt x="75" y="263"/>
                </a:cubicBezTo>
                <a:cubicBezTo>
                  <a:pt x="40" y="234"/>
                  <a:pt x="24" y="197"/>
                  <a:pt x="24" y="152"/>
                </a:cubicBezTo>
                <a:cubicBezTo>
                  <a:pt x="24" y="106"/>
                  <a:pt x="39" y="70"/>
                  <a:pt x="72" y="42"/>
                </a:cubicBezTo>
                <a:moveTo>
                  <a:pt x="215" y="247"/>
                </a:moveTo>
                <a:lnTo>
                  <a:pt x="220" y="243"/>
                </a:lnTo>
                <a:cubicBezTo>
                  <a:pt x="224" y="241"/>
                  <a:pt x="226" y="239"/>
                  <a:pt x="228" y="238"/>
                </a:cubicBezTo>
                <a:cubicBezTo>
                  <a:pt x="230" y="237"/>
                  <a:pt x="233" y="235"/>
                  <a:pt x="237" y="232"/>
                </a:cubicBezTo>
                <a:cubicBezTo>
                  <a:pt x="241" y="229"/>
                  <a:pt x="245" y="226"/>
                  <a:pt x="248" y="223"/>
                </a:cubicBezTo>
                <a:cubicBezTo>
                  <a:pt x="250" y="220"/>
                  <a:pt x="254" y="217"/>
                  <a:pt x="257" y="212"/>
                </a:cubicBezTo>
                <a:cubicBezTo>
                  <a:pt x="261" y="208"/>
                  <a:pt x="264" y="204"/>
                  <a:pt x="267" y="201"/>
                </a:cubicBezTo>
                <a:cubicBezTo>
                  <a:pt x="270" y="197"/>
                  <a:pt x="273" y="193"/>
                  <a:pt x="276" y="187"/>
                </a:cubicBezTo>
                <a:cubicBezTo>
                  <a:pt x="279" y="181"/>
                  <a:pt x="281" y="176"/>
                  <a:pt x="284" y="172"/>
                </a:cubicBezTo>
                <a:cubicBezTo>
                  <a:pt x="286" y="168"/>
                  <a:pt x="287" y="162"/>
                  <a:pt x="288" y="154"/>
                </a:cubicBezTo>
                <a:cubicBezTo>
                  <a:pt x="289" y="147"/>
                  <a:pt x="289" y="140"/>
                  <a:pt x="290" y="135"/>
                </a:cubicBezTo>
                <a:cubicBezTo>
                  <a:pt x="290" y="110"/>
                  <a:pt x="281" y="88"/>
                  <a:pt x="264" y="71"/>
                </a:cubicBezTo>
                <a:cubicBezTo>
                  <a:pt x="247" y="53"/>
                  <a:pt x="228" y="42"/>
                  <a:pt x="205" y="37"/>
                </a:cubicBezTo>
                <a:cubicBezTo>
                  <a:pt x="201" y="36"/>
                  <a:pt x="191" y="36"/>
                  <a:pt x="176" y="36"/>
                </a:cubicBezTo>
                <a:cubicBezTo>
                  <a:pt x="152" y="36"/>
                  <a:pt x="129" y="44"/>
                  <a:pt x="108" y="59"/>
                </a:cubicBezTo>
                <a:cubicBezTo>
                  <a:pt x="87" y="74"/>
                  <a:pt x="76" y="93"/>
                  <a:pt x="76" y="116"/>
                </a:cubicBezTo>
                <a:cubicBezTo>
                  <a:pt x="76" y="130"/>
                  <a:pt x="79" y="142"/>
                  <a:pt x="87" y="153"/>
                </a:cubicBezTo>
                <a:cubicBezTo>
                  <a:pt x="95" y="165"/>
                  <a:pt x="102" y="173"/>
                  <a:pt x="110" y="179"/>
                </a:cubicBezTo>
                <a:cubicBezTo>
                  <a:pt x="118" y="185"/>
                  <a:pt x="132" y="194"/>
                  <a:pt x="154" y="207"/>
                </a:cubicBezTo>
                <a:cubicBezTo>
                  <a:pt x="158" y="210"/>
                  <a:pt x="161" y="212"/>
                  <a:pt x="164" y="213"/>
                </a:cubicBezTo>
                <a:lnTo>
                  <a:pt x="215" y="247"/>
                </a:lnTo>
                <a:moveTo>
                  <a:pt x="183" y="569"/>
                </a:moveTo>
                <a:cubicBezTo>
                  <a:pt x="217" y="569"/>
                  <a:pt x="247" y="559"/>
                  <a:pt x="271" y="539"/>
                </a:cubicBezTo>
                <a:cubicBezTo>
                  <a:pt x="296" y="520"/>
                  <a:pt x="308" y="495"/>
                  <a:pt x="308" y="467"/>
                </a:cubicBezTo>
                <a:cubicBezTo>
                  <a:pt x="308" y="457"/>
                  <a:pt x="307" y="448"/>
                  <a:pt x="304" y="439"/>
                </a:cubicBezTo>
                <a:cubicBezTo>
                  <a:pt x="301" y="430"/>
                  <a:pt x="297" y="423"/>
                  <a:pt x="293" y="417"/>
                </a:cubicBezTo>
                <a:cubicBezTo>
                  <a:pt x="289" y="411"/>
                  <a:pt x="283" y="405"/>
                  <a:pt x="274" y="398"/>
                </a:cubicBezTo>
                <a:cubicBezTo>
                  <a:pt x="265" y="391"/>
                  <a:pt x="258" y="385"/>
                  <a:pt x="254" y="382"/>
                </a:cubicBezTo>
                <a:cubicBezTo>
                  <a:pt x="249" y="378"/>
                  <a:pt x="240" y="373"/>
                  <a:pt x="228" y="365"/>
                </a:cubicBezTo>
                <a:cubicBezTo>
                  <a:pt x="216" y="357"/>
                  <a:pt x="208" y="352"/>
                  <a:pt x="204" y="350"/>
                </a:cubicBezTo>
                <a:cubicBezTo>
                  <a:pt x="196" y="345"/>
                  <a:pt x="187" y="339"/>
                  <a:pt x="178" y="333"/>
                </a:cubicBezTo>
                <a:cubicBezTo>
                  <a:pt x="168" y="327"/>
                  <a:pt x="161" y="322"/>
                  <a:pt x="155" y="318"/>
                </a:cubicBezTo>
                <a:lnTo>
                  <a:pt x="148" y="313"/>
                </a:lnTo>
                <a:cubicBezTo>
                  <a:pt x="144" y="313"/>
                  <a:pt x="136" y="319"/>
                  <a:pt x="122" y="329"/>
                </a:cubicBezTo>
                <a:cubicBezTo>
                  <a:pt x="109" y="339"/>
                  <a:pt x="95" y="355"/>
                  <a:pt x="80" y="377"/>
                </a:cubicBezTo>
                <a:cubicBezTo>
                  <a:pt x="64" y="400"/>
                  <a:pt x="57" y="424"/>
                  <a:pt x="56" y="450"/>
                </a:cubicBezTo>
                <a:cubicBezTo>
                  <a:pt x="56" y="484"/>
                  <a:pt x="69" y="513"/>
                  <a:pt x="95" y="535"/>
                </a:cubicBezTo>
                <a:cubicBezTo>
                  <a:pt x="120" y="557"/>
                  <a:pt x="150" y="569"/>
                  <a:pt x="183" y="56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0" name=""/>
          <p:cNvSpPr/>
          <p:nvPr/>
        </p:nvSpPr>
        <p:spPr>
          <a:xfrm>
            <a:off x="6045840" y="3817080"/>
            <a:ext cx="38880" cy="38520"/>
          </a:xfrm>
          <a:custGeom>
            <a:avLst/>
            <a:gdLst/>
            <a:ahLst/>
            <a:rect l="0" t="0" r="r" b="b"/>
            <a:pathLst>
              <a:path w="108" h="107">
                <a:moveTo>
                  <a:pt x="0" y="53"/>
                </a:moveTo>
                <a:cubicBezTo>
                  <a:pt x="0" y="39"/>
                  <a:pt x="5" y="26"/>
                  <a:pt x="16" y="16"/>
                </a:cubicBezTo>
                <a:cubicBezTo>
                  <a:pt x="26" y="5"/>
                  <a:pt x="39" y="0"/>
                  <a:pt x="54" y="0"/>
                </a:cubicBezTo>
                <a:cubicBezTo>
                  <a:pt x="68" y="0"/>
                  <a:pt x="80" y="4"/>
                  <a:pt x="91" y="14"/>
                </a:cubicBezTo>
                <a:cubicBezTo>
                  <a:pt x="102" y="23"/>
                  <a:pt x="107" y="36"/>
                  <a:pt x="108" y="52"/>
                </a:cubicBezTo>
                <a:cubicBezTo>
                  <a:pt x="108" y="67"/>
                  <a:pt x="103" y="80"/>
                  <a:pt x="93" y="91"/>
                </a:cubicBezTo>
                <a:cubicBezTo>
                  <a:pt x="83" y="101"/>
                  <a:pt x="70" y="107"/>
                  <a:pt x="55" y="107"/>
                </a:cubicBezTo>
                <a:cubicBezTo>
                  <a:pt x="40" y="107"/>
                  <a:pt x="27" y="102"/>
                  <a:pt x="17" y="92"/>
                </a:cubicBezTo>
                <a:cubicBezTo>
                  <a:pt x="6" y="82"/>
                  <a:pt x="1" y="69"/>
                  <a:pt x="0" y="5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1" name=""/>
          <p:cNvSpPr/>
          <p:nvPr/>
        </p:nvSpPr>
        <p:spPr>
          <a:xfrm>
            <a:off x="6188760" y="3698640"/>
            <a:ext cx="198000" cy="217080"/>
          </a:xfrm>
          <a:custGeom>
            <a:avLst/>
            <a:gdLst/>
            <a:ahLst/>
            <a:rect l="0" t="0" r="r" b="b"/>
            <a:pathLst>
              <a:path w="550" h="603">
                <a:moveTo>
                  <a:pt x="91" y="54"/>
                </a:moveTo>
                <a:cubicBezTo>
                  <a:pt x="87" y="50"/>
                  <a:pt x="83" y="47"/>
                  <a:pt x="81" y="46"/>
                </a:cubicBezTo>
                <a:cubicBezTo>
                  <a:pt x="79" y="45"/>
                  <a:pt x="74" y="44"/>
                  <a:pt x="67" y="43"/>
                </a:cubicBezTo>
                <a:cubicBezTo>
                  <a:pt x="60" y="43"/>
                  <a:pt x="47" y="42"/>
                  <a:pt x="29" y="41"/>
                </a:cubicBezTo>
                <a:lnTo>
                  <a:pt x="0" y="41"/>
                </a:lnTo>
                <a:lnTo>
                  <a:pt x="0" y="0"/>
                </a:lnTo>
                <a:lnTo>
                  <a:pt x="178" y="0"/>
                </a:lnTo>
                <a:lnTo>
                  <a:pt x="211" y="0"/>
                </a:lnTo>
                <a:lnTo>
                  <a:pt x="281" y="0"/>
                </a:lnTo>
                <a:cubicBezTo>
                  <a:pt x="326" y="0"/>
                  <a:pt x="360" y="1"/>
                  <a:pt x="381" y="4"/>
                </a:cubicBezTo>
                <a:cubicBezTo>
                  <a:pt x="402" y="7"/>
                  <a:pt x="423" y="15"/>
                  <a:pt x="444" y="28"/>
                </a:cubicBezTo>
                <a:cubicBezTo>
                  <a:pt x="469" y="42"/>
                  <a:pt x="489" y="60"/>
                  <a:pt x="504" y="82"/>
                </a:cubicBezTo>
                <a:cubicBezTo>
                  <a:pt x="519" y="104"/>
                  <a:pt x="526" y="127"/>
                  <a:pt x="526" y="151"/>
                </a:cubicBezTo>
                <a:cubicBezTo>
                  <a:pt x="526" y="181"/>
                  <a:pt x="514" y="208"/>
                  <a:pt x="490" y="233"/>
                </a:cubicBezTo>
                <a:cubicBezTo>
                  <a:pt x="466" y="258"/>
                  <a:pt x="434" y="276"/>
                  <a:pt x="396" y="286"/>
                </a:cubicBezTo>
                <a:lnTo>
                  <a:pt x="387" y="288"/>
                </a:lnTo>
                <a:cubicBezTo>
                  <a:pt x="430" y="294"/>
                  <a:pt x="468" y="310"/>
                  <a:pt x="501" y="337"/>
                </a:cubicBezTo>
                <a:cubicBezTo>
                  <a:pt x="533" y="364"/>
                  <a:pt x="550" y="398"/>
                  <a:pt x="550" y="438"/>
                </a:cubicBezTo>
                <a:cubicBezTo>
                  <a:pt x="550" y="478"/>
                  <a:pt x="535" y="513"/>
                  <a:pt x="505" y="544"/>
                </a:cubicBezTo>
                <a:cubicBezTo>
                  <a:pt x="475" y="574"/>
                  <a:pt x="437" y="593"/>
                  <a:pt x="390" y="600"/>
                </a:cubicBezTo>
                <a:cubicBezTo>
                  <a:pt x="382" y="601"/>
                  <a:pt x="315" y="602"/>
                  <a:pt x="189" y="603"/>
                </a:cubicBezTo>
                <a:lnTo>
                  <a:pt x="0" y="603"/>
                </a:lnTo>
                <a:lnTo>
                  <a:pt x="0" y="562"/>
                </a:lnTo>
                <a:lnTo>
                  <a:pt x="29" y="562"/>
                </a:lnTo>
                <a:cubicBezTo>
                  <a:pt x="54" y="562"/>
                  <a:pt x="69" y="561"/>
                  <a:pt x="74" y="560"/>
                </a:cubicBezTo>
                <a:cubicBezTo>
                  <a:pt x="79" y="559"/>
                  <a:pt x="85" y="555"/>
                  <a:pt x="91" y="549"/>
                </a:cubicBezTo>
                <a:lnTo>
                  <a:pt x="91" y="54"/>
                </a:lnTo>
                <a:moveTo>
                  <a:pt x="427" y="150"/>
                </a:moveTo>
                <a:cubicBezTo>
                  <a:pt x="427" y="122"/>
                  <a:pt x="419" y="98"/>
                  <a:pt x="404" y="78"/>
                </a:cubicBezTo>
                <a:cubicBezTo>
                  <a:pt x="388" y="58"/>
                  <a:pt x="368" y="46"/>
                  <a:pt x="343" y="41"/>
                </a:cubicBezTo>
                <a:cubicBezTo>
                  <a:pt x="342" y="41"/>
                  <a:pt x="338" y="41"/>
                  <a:pt x="331" y="41"/>
                </a:cubicBezTo>
                <a:cubicBezTo>
                  <a:pt x="324" y="41"/>
                  <a:pt x="315" y="41"/>
                  <a:pt x="303" y="41"/>
                </a:cubicBezTo>
                <a:cubicBezTo>
                  <a:pt x="291" y="41"/>
                  <a:pt x="280" y="41"/>
                  <a:pt x="270" y="41"/>
                </a:cubicBezTo>
                <a:cubicBezTo>
                  <a:pt x="230" y="41"/>
                  <a:pt x="206" y="41"/>
                  <a:pt x="197" y="41"/>
                </a:cubicBezTo>
                <a:cubicBezTo>
                  <a:pt x="189" y="42"/>
                  <a:pt x="183" y="44"/>
                  <a:pt x="181" y="48"/>
                </a:cubicBezTo>
                <a:cubicBezTo>
                  <a:pt x="179" y="51"/>
                  <a:pt x="178" y="89"/>
                  <a:pt x="178" y="162"/>
                </a:cubicBezTo>
                <a:lnTo>
                  <a:pt x="178" y="273"/>
                </a:lnTo>
                <a:lnTo>
                  <a:pt x="251" y="273"/>
                </a:lnTo>
                <a:lnTo>
                  <a:pt x="325" y="272"/>
                </a:lnTo>
                <a:lnTo>
                  <a:pt x="334" y="271"/>
                </a:lnTo>
                <a:cubicBezTo>
                  <a:pt x="336" y="270"/>
                  <a:pt x="340" y="269"/>
                  <a:pt x="344" y="268"/>
                </a:cubicBezTo>
                <a:cubicBezTo>
                  <a:pt x="348" y="267"/>
                  <a:pt x="355" y="263"/>
                  <a:pt x="366" y="257"/>
                </a:cubicBezTo>
                <a:cubicBezTo>
                  <a:pt x="376" y="250"/>
                  <a:pt x="386" y="242"/>
                  <a:pt x="394" y="234"/>
                </a:cubicBezTo>
                <a:cubicBezTo>
                  <a:pt x="402" y="227"/>
                  <a:pt x="409" y="215"/>
                  <a:pt x="416" y="200"/>
                </a:cubicBezTo>
                <a:cubicBezTo>
                  <a:pt x="422" y="185"/>
                  <a:pt x="426" y="168"/>
                  <a:pt x="427" y="150"/>
                </a:cubicBezTo>
                <a:moveTo>
                  <a:pt x="449" y="437"/>
                </a:moveTo>
                <a:cubicBezTo>
                  <a:pt x="449" y="407"/>
                  <a:pt x="441" y="380"/>
                  <a:pt x="425" y="354"/>
                </a:cubicBezTo>
                <a:cubicBezTo>
                  <a:pt x="408" y="329"/>
                  <a:pt x="385" y="313"/>
                  <a:pt x="355" y="307"/>
                </a:cubicBezTo>
                <a:lnTo>
                  <a:pt x="266" y="306"/>
                </a:lnTo>
                <a:lnTo>
                  <a:pt x="178" y="306"/>
                </a:lnTo>
                <a:lnTo>
                  <a:pt x="178" y="427"/>
                </a:lnTo>
                <a:lnTo>
                  <a:pt x="178" y="501"/>
                </a:lnTo>
                <a:cubicBezTo>
                  <a:pt x="178" y="535"/>
                  <a:pt x="179" y="554"/>
                  <a:pt x="182" y="557"/>
                </a:cubicBezTo>
                <a:cubicBezTo>
                  <a:pt x="186" y="560"/>
                  <a:pt x="215" y="562"/>
                  <a:pt x="271" y="562"/>
                </a:cubicBezTo>
                <a:lnTo>
                  <a:pt x="314" y="562"/>
                </a:lnTo>
                <a:cubicBezTo>
                  <a:pt x="338" y="562"/>
                  <a:pt x="356" y="560"/>
                  <a:pt x="367" y="556"/>
                </a:cubicBezTo>
                <a:cubicBezTo>
                  <a:pt x="392" y="548"/>
                  <a:pt x="412" y="533"/>
                  <a:pt x="427" y="511"/>
                </a:cubicBezTo>
                <a:cubicBezTo>
                  <a:pt x="441" y="490"/>
                  <a:pt x="449" y="465"/>
                  <a:pt x="449" y="43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2" name=""/>
          <p:cNvSpPr/>
          <p:nvPr/>
        </p:nvSpPr>
        <p:spPr>
          <a:xfrm>
            <a:off x="6422040" y="3691800"/>
            <a:ext cx="211680" cy="230760"/>
          </a:xfrm>
          <a:custGeom>
            <a:avLst/>
            <a:gdLst/>
            <a:ahLst/>
            <a:rect l="0" t="0" r="r" b="b"/>
            <a:pathLst>
              <a:path w="588" h="641">
                <a:moveTo>
                  <a:pt x="0" y="322"/>
                </a:moveTo>
                <a:cubicBezTo>
                  <a:pt x="0" y="273"/>
                  <a:pt x="9" y="227"/>
                  <a:pt x="27" y="186"/>
                </a:cubicBezTo>
                <a:cubicBezTo>
                  <a:pt x="46" y="144"/>
                  <a:pt x="68" y="110"/>
                  <a:pt x="97" y="83"/>
                </a:cubicBezTo>
                <a:cubicBezTo>
                  <a:pt x="125" y="57"/>
                  <a:pt x="156" y="36"/>
                  <a:pt x="190" y="22"/>
                </a:cubicBezTo>
                <a:cubicBezTo>
                  <a:pt x="224" y="7"/>
                  <a:pt x="259" y="0"/>
                  <a:pt x="294" y="0"/>
                </a:cubicBezTo>
                <a:cubicBezTo>
                  <a:pt x="372" y="0"/>
                  <a:pt x="441" y="30"/>
                  <a:pt x="499" y="91"/>
                </a:cubicBezTo>
                <a:cubicBezTo>
                  <a:pt x="558" y="152"/>
                  <a:pt x="588" y="229"/>
                  <a:pt x="588" y="321"/>
                </a:cubicBezTo>
                <a:cubicBezTo>
                  <a:pt x="588" y="369"/>
                  <a:pt x="580" y="413"/>
                  <a:pt x="563" y="454"/>
                </a:cubicBezTo>
                <a:cubicBezTo>
                  <a:pt x="546" y="494"/>
                  <a:pt x="524" y="528"/>
                  <a:pt x="496" y="556"/>
                </a:cubicBezTo>
                <a:cubicBezTo>
                  <a:pt x="468" y="583"/>
                  <a:pt x="437" y="604"/>
                  <a:pt x="402" y="618"/>
                </a:cubicBezTo>
                <a:cubicBezTo>
                  <a:pt x="366" y="633"/>
                  <a:pt x="331" y="640"/>
                  <a:pt x="294" y="641"/>
                </a:cubicBezTo>
                <a:cubicBezTo>
                  <a:pt x="258" y="643"/>
                  <a:pt x="222" y="635"/>
                  <a:pt x="187" y="619"/>
                </a:cubicBezTo>
                <a:cubicBezTo>
                  <a:pt x="153" y="603"/>
                  <a:pt x="121" y="583"/>
                  <a:pt x="93" y="557"/>
                </a:cubicBezTo>
                <a:cubicBezTo>
                  <a:pt x="65" y="531"/>
                  <a:pt x="43" y="497"/>
                  <a:pt x="26" y="455"/>
                </a:cubicBezTo>
                <a:cubicBezTo>
                  <a:pt x="10" y="414"/>
                  <a:pt x="2" y="369"/>
                  <a:pt x="0" y="322"/>
                </a:cubicBezTo>
                <a:moveTo>
                  <a:pt x="364" y="51"/>
                </a:moveTo>
                <a:cubicBezTo>
                  <a:pt x="340" y="40"/>
                  <a:pt x="316" y="35"/>
                  <a:pt x="294" y="35"/>
                </a:cubicBezTo>
                <a:cubicBezTo>
                  <a:pt x="278" y="35"/>
                  <a:pt x="261" y="38"/>
                  <a:pt x="244" y="45"/>
                </a:cubicBezTo>
                <a:cubicBezTo>
                  <a:pt x="227" y="51"/>
                  <a:pt x="209" y="61"/>
                  <a:pt x="189" y="75"/>
                </a:cubicBezTo>
                <a:cubicBezTo>
                  <a:pt x="170" y="88"/>
                  <a:pt x="153" y="109"/>
                  <a:pt x="140" y="137"/>
                </a:cubicBezTo>
                <a:cubicBezTo>
                  <a:pt x="126" y="165"/>
                  <a:pt x="116" y="198"/>
                  <a:pt x="110" y="234"/>
                </a:cubicBezTo>
                <a:cubicBezTo>
                  <a:pt x="107" y="251"/>
                  <a:pt x="105" y="275"/>
                  <a:pt x="105" y="310"/>
                </a:cubicBezTo>
                <a:cubicBezTo>
                  <a:pt x="105" y="433"/>
                  <a:pt x="136" y="519"/>
                  <a:pt x="196" y="568"/>
                </a:cubicBezTo>
                <a:cubicBezTo>
                  <a:pt x="226" y="592"/>
                  <a:pt x="257" y="604"/>
                  <a:pt x="291" y="604"/>
                </a:cubicBezTo>
                <a:lnTo>
                  <a:pt x="295" y="604"/>
                </a:lnTo>
                <a:lnTo>
                  <a:pt x="297" y="604"/>
                </a:lnTo>
                <a:cubicBezTo>
                  <a:pt x="346" y="604"/>
                  <a:pt x="388" y="581"/>
                  <a:pt x="425" y="535"/>
                </a:cubicBezTo>
                <a:cubicBezTo>
                  <a:pt x="464" y="482"/>
                  <a:pt x="484" y="408"/>
                  <a:pt x="484" y="310"/>
                </a:cubicBezTo>
                <a:cubicBezTo>
                  <a:pt x="484" y="275"/>
                  <a:pt x="482" y="251"/>
                  <a:pt x="479" y="234"/>
                </a:cubicBezTo>
                <a:cubicBezTo>
                  <a:pt x="467" y="144"/>
                  <a:pt x="428" y="83"/>
                  <a:pt x="364" y="5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3" name=""/>
          <p:cNvSpPr/>
          <p:nvPr/>
        </p:nvSpPr>
        <p:spPr>
          <a:xfrm>
            <a:off x="6658560" y="3698640"/>
            <a:ext cx="223560" cy="217080"/>
          </a:xfrm>
          <a:custGeom>
            <a:avLst/>
            <a:gdLst/>
            <a:ahLst/>
            <a:rect l="0" t="0" r="r" b="b"/>
            <a:pathLst>
              <a:path w="621" h="603">
                <a:moveTo>
                  <a:pt x="218" y="603"/>
                </a:moveTo>
                <a:cubicBezTo>
                  <a:pt x="207" y="601"/>
                  <a:pt x="169" y="600"/>
                  <a:pt x="104" y="600"/>
                </a:cubicBezTo>
                <a:cubicBezTo>
                  <a:pt x="48" y="600"/>
                  <a:pt x="16" y="601"/>
                  <a:pt x="7" y="603"/>
                </a:cubicBezTo>
                <a:lnTo>
                  <a:pt x="0" y="603"/>
                </a:lnTo>
                <a:lnTo>
                  <a:pt x="0" y="562"/>
                </a:lnTo>
                <a:lnTo>
                  <a:pt x="15" y="562"/>
                </a:lnTo>
                <a:cubicBezTo>
                  <a:pt x="67" y="560"/>
                  <a:pt x="103" y="548"/>
                  <a:pt x="122" y="525"/>
                </a:cubicBezTo>
                <a:cubicBezTo>
                  <a:pt x="124" y="522"/>
                  <a:pt x="148" y="484"/>
                  <a:pt x="195" y="413"/>
                </a:cubicBezTo>
                <a:cubicBezTo>
                  <a:pt x="241" y="341"/>
                  <a:pt x="265" y="305"/>
                  <a:pt x="265" y="304"/>
                </a:cubicBezTo>
                <a:cubicBezTo>
                  <a:pt x="265" y="303"/>
                  <a:pt x="239" y="262"/>
                  <a:pt x="187" y="179"/>
                </a:cubicBezTo>
                <a:cubicBezTo>
                  <a:pt x="135" y="97"/>
                  <a:pt x="108" y="56"/>
                  <a:pt x="106" y="54"/>
                </a:cubicBezTo>
                <a:cubicBezTo>
                  <a:pt x="100" y="48"/>
                  <a:pt x="93" y="45"/>
                  <a:pt x="85" y="43"/>
                </a:cubicBezTo>
                <a:cubicBezTo>
                  <a:pt x="76" y="41"/>
                  <a:pt x="58" y="41"/>
                  <a:pt x="30" y="41"/>
                </a:cubicBezTo>
                <a:lnTo>
                  <a:pt x="12" y="41"/>
                </a:lnTo>
                <a:lnTo>
                  <a:pt x="12" y="0"/>
                </a:lnTo>
                <a:lnTo>
                  <a:pt x="20" y="0"/>
                </a:lnTo>
                <a:cubicBezTo>
                  <a:pt x="31" y="2"/>
                  <a:pt x="68" y="3"/>
                  <a:pt x="131" y="3"/>
                </a:cubicBezTo>
                <a:cubicBezTo>
                  <a:pt x="205" y="3"/>
                  <a:pt x="248" y="2"/>
                  <a:pt x="260" y="0"/>
                </a:cubicBezTo>
                <a:lnTo>
                  <a:pt x="270" y="0"/>
                </a:lnTo>
                <a:lnTo>
                  <a:pt x="270" y="41"/>
                </a:lnTo>
                <a:lnTo>
                  <a:pt x="265" y="41"/>
                </a:lnTo>
                <a:cubicBezTo>
                  <a:pt x="255" y="41"/>
                  <a:pt x="244" y="42"/>
                  <a:pt x="232" y="45"/>
                </a:cubicBezTo>
                <a:cubicBezTo>
                  <a:pt x="220" y="48"/>
                  <a:pt x="213" y="51"/>
                  <a:pt x="212" y="55"/>
                </a:cubicBezTo>
                <a:cubicBezTo>
                  <a:pt x="212" y="56"/>
                  <a:pt x="229" y="85"/>
                  <a:pt x="264" y="139"/>
                </a:cubicBezTo>
                <a:cubicBezTo>
                  <a:pt x="298" y="194"/>
                  <a:pt x="316" y="222"/>
                  <a:pt x="318" y="222"/>
                </a:cubicBezTo>
                <a:cubicBezTo>
                  <a:pt x="319" y="222"/>
                  <a:pt x="334" y="199"/>
                  <a:pt x="365" y="152"/>
                </a:cubicBezTo>
                <a:cubicBezTo>
                  <a:pt x="397" y="105"/>
                  <a:pt x="412" y="81"/>
                  <a:pt x="412" y="79"/>
                </a:cubicBezTo>
                <a:cubicBezTo>
                  <a:pt x="412" y="78"/>
                  <a:pt x="413" y="76"/>
                  <a:pt x="413" y="74"/>
                </a:cubicBezTo>
                <a:cubicBezTo>
                  <a:pt x="413" y="67"/>
                  <a:pt x="409" y="60"/>
                  <a:pt x="401" y="54"/>
                </a:cubicBezTo>
                <a:cubicBezTo>
                  <a:pt x="394" y="47"/>
                  <a:pt x="381" y="43"/>
                  <a:pt x="364" y="41"/>
                </a:cubicBezTo>
                <a:lnTo>
                  <a:pt x="357" y="41"/>
                </a:lnTo>
                <a:lnTo>
                  <a:pt x="357" y="0"/>
                </a:lnTo>
                <a:lnTo>
                  <a:pt x="365" y="0"/>
                </a:lnTo>
                <a:cubicBezTo>
                  <a:pt x="376" y="2"/>
                  <a:pt x="414" y="3"/>
                  <a:pt x="480" y="3"/>
                </a:cubicBezTo>
                <a:cubicBezTo>
                  <a:pt x="535" y="3"/>
                  <a:pt x="568" y="2"/>
                  <a:pt x="577" y="0"/>
                </a:cubicBezTo>
                <a:lnTo>
                  <a:pt x="584" y="0"/>
                </a:lnTo>
                <a:lnTo>
                  <a:pt x="584" y="41"/>
                </a:lnTo>
                <a:lnTo>
                  <a:pt x="569" y="41"/>
                </a:lnTo>
                <a:cubicBezTo>
                  <a:pt x="520" y="42"/>
                  <a:pt x="486" y="53"/>
                  <a:pt x="466" y="74"/>
                </a:cubicBezTo>
                <a:cubicBezTo>
                  <a:pt x="465" y="76"/>
                  <a:pt x="443" y="108"/>
                  <a:pt x="402" y="169"/>
                </a:cubicBezTo>
                <a:cubicBezTo>
                  <a:pt x="362" y="230"/>
                  <a:pt x="343" y="261"/>
                  <a:pt x="343" y="262"/>
                </a:cubicBezTo>
                <a:cubicBezTo>
                  <a:pt x="343" y="263"/>
                  <a:pt x="373" y="311"/>
                  <a:pt x="434" y="405"/>
                </a:cubicBezTo>
                <a:cubicBezTo>
                  <a:pt x="494" y="499"/>
                  <a:pt x="525" y="547"/>
                  <a:pt x="527" y="548"/>
                </a:cubicBezTo>
                <a:cubicBezTo>
                  <a:pt x="532" y="554"/>
                  <a:pt x="538" y="557"/>
                  <a:pt x="547" y="559"/>
                </a:cubicBezTo>
                <a:cubicBezTo>
                  <a:pt x="555" y="561"/>
                  <a:pt x="570" y="562"/>
                  <a:pt x="593" y="562"/>
                </a:cubicBezTo>
                <a:lnTo>
                  <a:pt x="621" y="562"/>
                </a:lnTo>
                <a:lnTo>
                  <a:pt x="621" y="603"/>
                </a:lnTo>
                <a:lnTo>
                  <a:pt x="613" y="603"/>
                </a:lnTo>
                <a:cubicBezTo>
                  <a:pt x="602" y="601"/>
                  <a:pt x="565" y="600"/>
                  <a:pt x="502" y="600"/>
                </a:cubicBezTo>
                <a:cubicBezTo>
                  <a:pt x="428" y="600"/>
                  <a:pt x="385" y="601"/>
                  <a:pt x="372" y="603"/>
                </a:cubicBezTo>
                <a:lnTo>
                  <a:pt x="362" y="603"/>
                </a:lnTo>
                <a:lnTo>
                  <a:pt x="362" y="562"/>
                </a:lnTo>
                <a:lnTo>
                  <a:pt x="368" y="562"/>
                </a:lnTo>
                <a:cubicBezTo>
                  <a:pt x="376" y="562"/>
                  <a:pt x="387" y="561"/>
                  <a:pt x="400" y="558"/>
                </a:cubicBezTo>
                <a:cubicBezTo>
                  <a:pt x="413" y="555"/>
                  <a:pt x="420" y="551"/>
                  <a:pt x="421" y="547"/>
                </a:cubicBezTo>
                <a:cubicBezTo>
                  <a:pt x="421" y="545"/>
                  <a:pt x="410" y="527"/>
                  <a:pt x="389" y="494"/>
                </a:cubicBezTo>
                <a:cubicBezTo>
                  <a:pt x="367" y="460"/>
                  <a:pt x="345" y="427"/>
                  <a:pt x="324" y="393"/>
                </a:cubicBezTo>
                <a:lnTo>
                  <a:pt x="291" y="343"/>
                </a:lnTo>
                <a:lnTo>
                  <a:pt x="288" y="346"/>
                </a:lnTo>
                <a:cubicBezTo>
                  <a:pt x="287" y="347"/>
                  <a:pt x="285" y="349"/>
                  <a:pt x="282" y="354"/>
                </a:cubicBezTo>
                <a:cubicBezTo>
                  <a:pt x="279" y="358"/>
                  <a:pt x="276" y="363"/>
                  <a:pt x="272" y="369"/>
                </a:cubicBezTo>
                <a:cubicBezTo>
                  <a:pt x="267" y="376"/>
                  <a:pt x="262" y="384"/>
                  <a:pt x="255" y="395"/>
                </a:cubicBezTo>
                <a:cubicBezTo>
                  <a:pt x="248" y="406"/>
                  <a:pt x="240" y="418"/>
                  <a:pt x="232" y="431"/>
                </a:cubicBezTo>
                <a:cubicBezTo>
                  <a:pt x="193" y="494"/>
                  <a:pt x="173" y="527"/>
                  <a:pt x="172" y="529"/>
                </a:cubicBezTo>
                <a:cubicBezTo>
                  <a:pt x="172" y="537"/>
                  <a:pt x="177" y="544"/>
                  <a:pt x="186" y="551"/>
                </a:cubicBezTo>
                <a:cubicBezTo>
                  <a:pt x="195" y="557"/>
                  <a:pt x="207" y="561"/>
                  <a:pt x="220" y="562"/>
                </a:cubicBezTo>
                <a:lnTo>
                  <a:pt x="227" y="562"/>
                </a:lnTo>
                <a:lnTo>
                  <a:pt x="227" y="603"/>
                </a:lnTo>
                <a:lnTo>
                  <a:pt x="218" y="60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4" name=""/>
          <p:cNvSpPr/>
          <p:nvPr/>
        </p:nvSpPr>
        <p:spPr>
          <a:xfrm>
            <a:off x="6889320" y="3923280"/>
            <a:ext cx="158760" cy="12240"/>
          </a:xfrm>
          <a:custGeom>
            <a:avLst/>
            <a:gdLst/>
            <a:ahLst/>
            <a:rect l="0" t="0" r="r" b="b"/>
            <a:pathLst>
              <a:path w="441" h="34">
                <a:moveTo>
                  <a:pt x="0" y="0"/>
                </a:moveTo>
                <a:lnTo>
                  <a:pt x="441" y="0"/>
                </a:lnTo>
                <a:lnTo>
                  <a:pt x="441" y="34"/>
                </a:lnTo>
                <a:lnTo>
                  <a:pt x="0" y="34"/>
                </a:lnTo>
                <a:lnTo>
                  <a:pt x="0" y="0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5" name=""/>
          <p:cNvSpPr/>
          <p:nvPr/>
        </p:nvSpPr>
        <p:spPr>
          <a:xfrm>
            <a:off x="7065360" y="3691800"/>
            <a:ext cx="141480" cy="230760"/>
          </a:xfrm>
          <a:custGeom>
            <a:avLst/>
            <a:gdLst/>
            <a:ahLst/>
            <a:rect l="0" t="0" r="r" b="b"/>
            <a:pathLst>
              <a:path w="393" h="641">
                <a:moveTo>
                  <a:pt x="0" y="174"/>
                </a:moveTo>
                <a:cubicBezTo>
                  <a:pt x="0" y="125"/>
                  <a:pt x="17" y="84"/>
                  <a:pt x="50" y="51"/>
                </a:cubicBezTo>
                <a:cubicBezTo>
                  <a:pt x="84" y="17"/>
                  <a:pt x="122" y="1"/>
                  <a:pt x="166" y="1"/>
                </a:cubicBezTo>
                <a:lnTo>
                  <a:pt x="179" y="1"/>
                </a:lnTo>
                <a:cubicBezTo>
                  <a:pt x="229" y="1"/>
                  <a:pt x="272" y="19"/>
                  <a:pt x="309" y="56"/>
                </a:cubicBezTo>
                <a:lnTo>
                  <a:pt x="328" y="29"/>
                </a:lnTo>
                <a:cubicBezTo>
                  <a:pt x="331" y="25"/>
                  <a:pt x="334" y="20"/>
                  <a:pt x="337" y="15"/>
                </a:cubicBezTo>
                <a:cubicBezTo>
                  <a:pt x="340" y="11"/>
                  <a:pt x="343" y="7"/>
                  <a:pt x="346" y="4"/>
                </a:cubicBezTo>
                <a:lnTo>
                  <a:pt x="348" y="1"/>
                </a:lnTo>
                <a:cubicBezTo>
                  <a:pt x="349" y="1"/>
                  <a:pt x="350" y="1"/>
                  <a:pt x="352" y="1"/>
                </a:cubicBezTo>
                <a:cubicBezTo>
                  <a:pt x="353" y="1"/>
                  <a:pt x="355" y="0"/>
                  <a:pt x="357" y="0"/>
                </a:cubicBezTo>
                <a:lnTo>
                  <a:pt x="361" y="0"/>
                </a:lnTo>
                <a:cubicBezTo>
                  <a:pt x="362" y="0"/>
                  <a:pt x="365" y="1"/>
                  <a:pt x="368" y="5"/>
                </a:cubicBezTo>
                <a:lnTo>
                  <a:pt x="368" y="214"/>
                </a:lnTo>
                <a:lnTo>
                  <a:pt x="363" y="219"/>
                </a:lnTo>
                <a:lnTo>
                  <a:pt x="347" y="219"/>
                </a:lnTo>
                <a:cubicBezTo>
                  <a:pt x="341" y="219"/>
                  <a:pt x="337" y="218"/>
                  <a:pt x="336" y="216"/>
                </a:cubicBezTo>
                <a:cubicBezTo>
                  <a:pt x="335" y="215"/>
                  <a:pt x="333" y="209"/>
                  <a:pt x="331" y="199"/>
                </a:cubicBezTo>
                <a:cubicBezTo>
                  <a:pt x="321" y="125"/>
                  <a:pt x="292" y="76"/>
                  <a:pt x="242" y="52"/>
                </a:cubicBezTo>
                <a:cubicBezTo>
                  <a:pt x="221" y="42"/>
                  <a:pt x="199" y="38"/>
                  <a:pt x="176" y="38"/>
                </a:cubicBezTo>
                <a:cubicBezTo>
                  <a:pt x="144" y="38"/>
                  <a:pt x="119" y="48"/>
                  <a:pt x="100" y="69"/>
                </a:cubicBezTo>
                <a:cubicBezTo>
                  <a:pt x="80" y="90"/>
                  <a:pt x="70" y="115"/>
                  <a:pt x="70" y="143"/>
                </a:cubicBezTo>
                <a:cubicBezTo>
                  <a:pt x="70" y="163"/>
                  <a:pt x="75" y="181"/>
                  <a:pt x="85" y="198"/>
                </a:cubicBezTo>
                <a:cubicBezTo>
                  <a:pt x="95" y="214"/>
                  <a:pt x="110" y="228"/>
                  <a:pt x="128" y="238"/>
                </a:cubicBezTo>
                <a:cubicBezTo>
                  <a:pt x="134" y="240"/>
                  <a:pt x="159" y="247"/>
                  <a:pt x="205" y="258"/>
                </a:cubicBezTo>
                <a:cubicBezTo>
                  <a:pt x="249" y="269"/>
                  <a:pt x="274" y="276"/>
                  <a:pt x="279" y="278"/>
                </a:cubicBezTo>
                <a:cubicBezTo>
                  <a:pt x="312" y="291"/>
                  <a:pt x="339" y="314"/>
                  <a:pt x="361" y="345"/>
                </a:cubicBezTo>
                <a:cubicBezTo>
                  <a:pt x="382" y="376"/>
                  <a:pt x="393" y="412"/>
                  <a:pt x="393" y="454"/>
                </a:cubicBezTo>
                <a:cubicBezTo>
                  <a:pt x="393" y="501"/>
                  <a:pt x="378" y="544"/>
                  <a:pt x="347" y="582"/>
                </a:cubicBezTo>
                <a:cubicBezTo>
                  <a:pt x="317" y="620"/>
                  <a:pt x="274" y="640"/>
                  <a:pt x="218" y="640"/>
                </a:cubicBezTo>
                <a:cubicBezTo>
                  <a:pt x="185" y="640"/>
                  <a:pt x="154" y="635"/>
                  <a:pt x="129" y="625"/>
                </a:cubicBezTo>
                <a:cubicBezTo>
                  <a:pt x="103" y="615"/>
                  <a:pt x="85" y="606"/>
                  <a:pt x="75" y="598"/>
                </a:cubicBezTo>
                <a:lnTo>
                  <a:pt x="59" y="586"/>
                </a:lnTo>
                <a:cubicBezTo>
                  <a:pt x="57" y="589"/>
                  <a:pt x="52" y="595"/>
                  <a:pt x="46" y="603"/>
                </a:cubicBezTo>
                <a:cubicBezTo>
                  <a:pt x="39" y="612"/>
                  <a:pt x="33" y="620"/>
                  <a:pt x="28" y="628"/>
                </a:cubicBezTo>
                <a:cubicBezTo>
                  <a:pt x="23" y="636"/>
                  <a:pt x="20" y="640"/>
                  <a:pt x="20" y="640"/>
                </a:cubicBezTo>
                <a:cubicBezTo>
                  <a:pt x="19" y="641"/>
                  <a:pt x="16" y="641"/>
                  <a:pt x="11" y="641"/>
                </a:cubicBezTo>
                <a:lnTo>
                  <a:pt x="8" y="641"/>
                </a:lnTo>
                <a:cubicBezTo>
                  <a:pt x="6" y="641"/>
                  <a:pt x="3" y="640"/>
                  <a:pt x="0" y="636"/>
                </a:cubicBezTo>
                <a:lnTo>
                  <a:pt x="0" y="533"/>
                </a:lnTo>
                <a:cubicBezTo>
                  <a:pt x="0" y="463"/>
                  <a:pt x="0" y="427"/>
                  <a:pt x="1" y="426"/>
                </a:cubicBezTo>
                <a:cubicBezTo>
                  <a:pt x="2" y="423"/>
                  <a:pt x="8" y="422"/>
                  <a:pt x="18" y="422"/>
                </a:cubicBezTo>
                <a:lnTo>
                  <a:pt x="30" y="422"/>
                </a:lnTo>
                <a:cubicBezTo>
                  <a:pt x="33" y="425"/>
                  <a:pt x="35" y="429"/>
                  <a:pt x="35" y="433"/>
                </a:cubicBezTo>
                <a:cubicBezTo>
                  <a:pt x="35" y="452"/>
                  <a:pt x="38" y="471"/>
                  <a:pt x="44" y="489"/>
                </a:cubicBezTo>
                <a:cubicBezTo>
                  <a:pt x="50" y="507"/>
                  <a:pt x="60" y="525"/>
                  <a:pt x="74" y="543"/>
                </a:cubicBezTo>
                <a:cubicBezTo>
                  <a:pt x="88" y="560"/>
                  <a:pt x="107" y="574"/>
                  <a:pt x="132" y="585"/>
                </a:cubicBezTo>
                <a:cubicBezTo>
                  <a:pt x="157" y="596"/>
                  <a:pt x="187" y="601"/>
                  <a:pt x="221" y="601"/>
                </a:cubicBezTo>
                <a:cubicBezTo>
                  <a:pt x="249" y="601"/>
                  <a:pt x="273" y="590"/>
                  <a:pt x="293" y="567"/>
                </a:cubicBezTo>
                <a:cubicBezTo>
                  <a:pt x="313" y="545"/>
                  <a:pt x="323" y="518"/>
                  <a:pt x="323" y="485"/>
                </a:cubicBezTo>
                <a:cubicBezTo>
                  <a:pt x="323" y="460"/>
                  <a:pt x="316" y="437"/>
                  <a:pt x="303" y="417"/>
                </a:cubicBezTo>
                <a:cubicBezTo>
                  <a:pt x="290" y="396"/>
                  <a:pt x="273" y="382"/>
                  <a:pt x="252" y="374"/>
                </a:cubicBezTo>
                <a:cubicBezTo>
                  <a:pt x="219" y="366"/>
                  <a:pt x="197" y="361"/>
                  <a:pt x="187" y="358"/>
                </a:cubicBezTo>
                <a:cubicBezTo>
                  <a:pt x="184" y="357"/>
                  <a:pt x="176" y="355"/>
                  <a:pt x="162" y="352"/>
                </a:cubicBezTo>
                <a:cubicBezTo>
                  <a:pt x="149" y="349"/>
                  <a:pt x="139" y="347"/>
                  <a:pt x="133" y="345"/>
                </a:cubicBezTo>
                <a:cubicBezTo>
                  <a:pt x="127" y="343"/>
                  <a:pt x="117" y="340"/>
                  <a:pt x="105" y="336"/>
                </a:cubicBezTo>
                <a:cubicBezTo>
                  <a:pt x="92" y="331"/>
                  <a:pt x="83" y="326"/>
                  <a:pt x="76" y="320"/>
                </a:cubicBezTo>
                <a:cubicBezTo>
                  <a:pt x="69" y="314"/>
                  <a:pt x="60" y="307"/>
                  <a:pt x="50" y="298"/>
                </a:cubicBezTo>
                <a:cubicBezTo>
                  <a:pt x="40" y="289"/>
                  <a:pt x="32" y="279"/>
                  <a:pt x="26" y="267"/>
                </a:cubicBezTo>
                <a:cubicBezTo>
                  <a:pt x="9" y="238"/>
                  <a:pt x="0" y="207"/>
                  <a:pt x="0" y="17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6" name=""/>
          <p:cNvSpPr/>
          <p:nvPr/>
        </p:nvSpPr>
        <p:spPr>
          <a:xfrm>
            <a:off x="7230960" y="3698640"/>
            <a:ext cx="101160" cy="217080"/>
          </a:xfrm>
          <a:custGeom>
            <a:avLst/>
            <a:gdLst/>
            <a:ahLst/>
            <a:rect l="0" t="0" r="r" b="b"/>
            <a:pathLst>
              <a:path w="281" h="603">
                <a:moveTo>
                  <a:pt x="272" y="603"/>
                </a:moveTo>
                <a:cubicBezTo>
                  <a:pt x="259" y="601"/>
                  <a:pt x="216" y="600"/>
                  <a:pt x="140" y="600"/>
                </a:cubicBezTo>
                <a:cubicBezTo>
                  <a:pt x="65" y="600"/>
                  <a:pt x="22" y="601"/>
                  <a:pt x="10" y="603"/>
                </a:cubicBezTo>
                <a:lnTo>
                  <a:pt x="0" y="603"/>
                </a:lnTo>
                <a:lnTo>
                  <a:pt x="0" y="562"/>
                </a:lnTo>
                <a:lnTo>
                  <a:pt x="19" y="562"/>
                </a:lnTo>
                <a:cubicBezTo>
                  <a:pt x="48" y="562"/>
                  <a:pt x="67" y="562"/>
                  <a:pt x="75" y="560"/>
                </a:cubicBezTo>
                <a:cubicBezTo>
                  <a:pt x="83" y="558"/>
                  <a:pt x="89" y="555"/>
                  <a:pt x="93" y="550"/>
                </a:cubicBezTo>
                <a:cubicBezTo>
                  <a:pt x="94" y="548"/>
                  <a:pt x="94" y="465"/>
                  <a:pt x="94" y="302"/>
                </a:cubicBezTo>
                <a:cubicBezTo>
                  <a:pt x="94" y="137"/>
                  <a:pt x="94" y="55"/>
                  <a:pt x="93" y="53"/>
                </a:cubicBezTo>
                <a:cubicBezTo>
                  <a:pt x="90" y="50"/>
                  <a:pt x="88" y="48"/>
                  <a:pt x="85" y="47"/>
                </a:cubicBezTo>
                <a:cubicBezTo>
                  <a:pt x="83" y="46"/>
                  <a:pt x="77" y="44"/>
                  <a:pt x="66" y="42"/>
                </a:cubicBezTo>
                <a:cubicBezTo>
                  <a:pt x="56" y="41"/>
                  <a:pt x="40" y="40"/>
                  <a:pt x="19" y="41"/>
                </a:cubicBezTo>
                <a:lnTo>
                  <a:pt x="0" y="41"/>
                </a:lnTo>
                <a:lnTo>
                  <a:pt x="0" y="0"/>
                </a:lnTo>
                <a:lnTo>
                  <a:pt x="10" y="0"/>
                </a:lnTo>
                <a:cubicBezTo>
                  <a:pt x="22" y="2"/>
                  <a:pt x="65" y="3"/>
                  <a:pt x="140" y="3"/>
                </a:cubicBezTo>
                <a:cubicBezTo>
                  <a:pt x="216" y="3"/>
                  <a:pt x="259" y="2"/>
                  <a:pt x="272" y="0"/>
                </a:cubicBezTo>
                <a:lnTo>
                  <a:pt x="281" y="0"/>
                </a:lnTo>
                <a:lnTo>
                  <a:pt x="281" y="41"/>
                </a:lnTo>
                <a:lnTo>
                  <a:pt x="262" y="41"/>
                </a:lnTo>
                <a:cubicBezTo>
                  <a:pt x="233" y="41"/>
                  <a:pt x="215" y="41"/>
                  <a:pt x="205" y="43"/>
                </a:cubicBezTo>
                <a:cubicBezTo>
                  <a:pt x="197" y="45"/>
                  <a:pt x="191" y="48"/>
                  <a:pt x="188" y="53"/>
                </a:cubicBezTo>
                <a:cubicBezTo>
                  <a:pt x="187" y="55"/>
                  <a:pt x="186" y="137"/>
                  <a:pt x="186" y="302"/>
                </a:cubicBezTo>
                <a:cubicBezTo>
                  <a:pt x="186" y="465"/>
                  <a:pt x="187" y="548"/>
                  <a:pt x="188" y="550"/>
                </a:cubicBezTo>
                <a:cubicBezTo>
                  <a:pt x="190" y="553"/>
                  <a:pt x="192" y="555"/>
                  <a:pt x="195" y="556"/>
                </a:cubicBezTo>
                <a:cubicBezTo>
                  <a:pt x="197" y="557"/>
                  <a:pt x="204" y="559"/>
                  <a:pt x="215" y="561"/>
                </a:cubicBezTo>
                <a:cubicBezTo>
                  <a:pt x="226" y="562"/>
                  <a:pt x="241" y="563"/>
                  <a:pt x="262" y="562"/>
                </a:cubicBezTo>
                <a:lnTo>
                  <a:pt x="281" y="562"/>
                </a:lnTo>
                <a:lnTo>
                  <a:pt x="281" y="603"/>
                </a:lnTo>
                <a:lnTo>
                  <a:pt x="272" y="60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7" name=""/>
          <p:cNvSpPr/>
          <p:nvPr/>
        </p:nvSpPr>
        <p:spPr>
          <a:xfrm>
            <a:off x="7356240" y="3698640"/>
            <a:ext cx="160560" cy="217080"/>
          </a:xfrm>
          <a:custGeom>
            <a:avLst/>
            <a:gdLst/>
            <a:ahLst/>
            <a:rect l="0" t="0" r="r" b="b"/>
            <a:pathLst>
              <a:path w="446" h="603">
                <a:moveTo>
                  <a:pt x="12" y="212"/>
                </a:moveTo>
                <a:cubicBezTo>
                  <a:pt x="12" y="206"/>
                  <a:pt x="14" y="174"/>
                  <a:pt x="17" y="114"/>
                </a:cubicBezTo>
                <a:cubicBezTo>
                  <a:pt x="20" y="54"/>
                  <a:pt x="22" y="16"/>
                  <a:pt x="22" y="0"/>
                </a:cubicBezTo>
                <a:lnTo>
                  <a:pt x="436" y="0"/>
                </a:lnTo>
                <a:cubicBezTo>
                  <a:pt x="440" y="4"/>
                  <a:pt x="442" y="9"/>
                  <a:pt x="442" y="17"/>
                </a:cubicBezTo>
                <a:cubicBezTo>
                  <a:pt x="442" y="26"/>
                  <a:pt x="441" y="30"/>
                  <a:pt x="441" y="31"/>
                </a:cubicBezTo>
                <a:cubicBezTo>
                  <a:pt x="440" y="33"/>
                  <a:pt x="384" y="121"/>
                  <a:pt x="275" y="296"/>
                </a:cubicBezTo>
                <a:cubicBezTo>
                  <a:pt x="165" y="471"/>
                  <a:pt x="110" y="558"/>
                  <a:pt x="109" y="559"/>
                </a:cubicBezTo>
                <a:cubicBezTo>
                  <a:pt x="109" y="559"/>
                  <a:pt x="113" y="560"/>
                  <a:pt x="121" y="560"/>
                </a:cubicBezTo>
                <a:cubicBezTo>
                  <a:pt x="129" y="560"/>
                  <a:pt x="150" y="560"/>
                  <a:pt x="183" y="560"/>
                </a:cubicBezTo>
                <a:lnTo>
                  <a:pt x="194" y="560"/>
                </a:lnTo>
                <a:lnTo>
                  <a:pt x="218" y="560"/>
                </a:lnTo>
                <a:cubicBezTo>
                  <a:pt x="236" y="560"/>
                  <a:pt x="251" y="559"/>
                  <a:pt x="264" y="559"/>
                </a:cubicBezTo>
                <a:cubicBezTo>
                  <a:pt x="275" y="558"/>
                  <a:pt x="290" y="556"/>
                  <a:pt x="306" y="551"/>
                </a:cubicBezTo>
                <a:cubicBezTo>
                  <a:pt x="322" y="546"/>
                  <a:pt x="336" y="541"/>
                  <a:pt x="347" y="534"/>
                </a:cubicBezTo>
                <a:cubicBezTo>
                  <a:pt x="357" y="528"/>
                  <a:pt x="367" y="517"/>
                  <a:pt x="377" y="502"/>
                </a:cubicBezTo>
                <a:cubicBezTo>
                  <a:pt x="387" y="486"/>
                  <a:pt x="395" y="469"/>
                  <a:pt x="399" y="450"/>
                </a:cubicBezTo>
                <a:cubicBezTo>
                  <a:pt x="403" y="435"/>
                  <a:pt x="407" y="405"/>
                  <a:pt x="411" y="362"/>
                </a:cubicBezTo>
                <a:lnTo>
                  <a:pt x="411" y="354"/>
                </a:lnTo>
                <a:lnTo>
                  <a:pt x="446" y="354"/>
                </a:lnTo>
                <a:lnTo>
                  <a:pt x="446" y="361"/>
                </a:lnTo>
                <a:cubicBezTo>
                  <a:pt x="446" y="363"/>
                  <a:pt x="444" y="401"/>
                  <a:pt x="439" y="477"/>
                </a:cubicBezTo>
                <a:cubicBezTo>
                  <a:pt x="434" y="553"/>
                  <a:pt x="432" y="592"/>
                  <a:pt x="431" y="596"/>
                </a:cubicBezTo>
                <a:lnTo>
                  <a:pt x="431" y="603"/>
                </a:lnTo>
                <a:lnTo>
                  <a:pt x="218" y="603"/>
                </a:lnTo>
                <a:lnTo>
                  <a:pt x="5" y="602"/>
                </a:lnTo>
                <a:lnTo>
                  <a:pt x="3" y="600"/>
                </a:lnTo>
                <a:cubicBezTo>
                  <a:pt x="1" y="597"/>
                  <a:pt x="0" y="592"/>
                  <a:pt x="0" y="584"/>
                </a:cubicBezTo>
                <a:lnTo>
                  <a:pt x="0" y="572"/>
                </a:lnTo>
                <a:cubicBezTo>
                  <a:pt x="2" y="567"/>
                  <a:pt x="31" y="521"/>
                  <a:pt x="86" y="433"/>
                </a:cubicBezTo>
                <a:cubicBezTo>
                  <a:pt x="142" y="345"/>
                  <a:pt x="197" y="258"/>
                  <a:pt x="251" y="171"/>
                </a:cubicBezTo>
                <a:cubicBezTo>
                  <a:pt x="307" y="85"/>
                  <a:pt x="334" y="42"/>
                  <a:pt x="333" y="41"/>
                </a:cubicBezTo>
                <a:lnTo>
                  <a:pt x="254" y="41"/>
                </a:lnTo>
                <a:cubicBezTo>
                  <a:pt x="205" y="41"/>
                  <a:pt x="167" y="44"/>
                  <a:pt x="140" y="51"/>
                </a:cubicBezTo>
                <a:cubicBezTo>
                  <a:pt x="114" y="58"/>
                  <a:pt x="92" y="73"/>
                  <a:pt x="76" y="97"/>
                </a:cubicBezTo>
                <a:cubicBezTo>
                  <a:pt x="57" y="126"/>
                  <a:pt x="48" y="164"/>
                  <a:pt x="48" y="210"/>
                </a:cubicBezTo>
                <a:cubicBezTo>
                  <a:pt x="48" y="211"/>
                  <a:pt x="42" y="212"/>
                  <a:pt x="30" y="212"/>
                </a:cubicBezTo>
                <a:lnTo>
                  <a:pt x="12" y="21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8" name=""/>
          <p:cNvSpPr/>
          <p:nvPr/>
        </p:nvSpPr>
        <p:spPr>
          <a:xfrm>
            <a:off x="7540560" y="3699720"/>
            <a:ext cx="199440" cy="216000"/>
          </a:xfrm>
          <a:custGeom>
            <a:avLst/>
            <a:gdLst/>
            <a:ahLst/>
            <a:rect l="0" t="0" r="r" b="b"/>
            <a:pathLst>
              <a:path w="554" h="600">
                <a:moveTo>
                  <a:pt x="91" y="53"/>
                </a:moveTo>
                <a:cubicBezTo>
                  <a:pt x="87" y="49"/>
                  <a:pt x="84" y="47"/>
                  <a:pt x="81" y="45"/>
                </a:cubicBezTo>
                <a:cubicBezTo>
                  <a:pt x="79" y="44"/>
                  <a:pt x="74" y="43"/>
                  <a:pt x="67" y="43"/>
                </a:cubicBezTo>
                <a:cubicBezTo>
                  <a:pt x="60" y="42"/>
                  <a:pt x="47" y="41"/>
                  <a:pt x="29" y="40"/>
                </a:cubicBezTo>
                <a:lnTo>
                  <a:pt x="0" y="40"/>
                </a:lnTo>
                <a:lnTo>
                  <a:pt x="0" y="0"/>
                </a:lnTo>
                <a:lnTo>
                  <a:pt x="505" y="0"/>
                </a:lnTo>
                <a:lnTo>
                  <a:pt x="505" y="3"/>
                </a:lnTo>
                <a:cubicBezTo>
                  <a:pt x="506" y="7"/>
                  <a:pt x="511" y="41"/>
                  <a:pt x="518" y="105"/>
                </a:cubicBezTo>
                <a:cubicBezTo>
                  <a:pt x="525" y="170"/>
                  <a:pt x="529" y="204"/>
                  <a:pt x="530" y="209"/>
                </a:cubicBezTo>
                <a:lnTo>
                  <a:pt x="530" y="212"/>
                </a:lnTo>
                <a:lnTo>
                  <a:pt x="495" y="212"/>
                </a:lnTo>
                <a:lnTo>
                  <a:pt x="495" y="209"/>
                </a:lnTo>
                <a:cubicBezTo>
                  <a:pt x="494" y="207"/>
                  <a:pt x="493" y="200"/>
                  <a:pt x="492" y="189"/>
                </a:cubicBezTo>
                <a:cubicBezTo>
                  <a:pt x="490" y="169"/>
                  <a:pt x="486" y="151"/>
                  <a:pt x="481" y="135"/>
                </a:cubicBezTo>
                <a:cubicBezTo>
                  <a:pt x="477" y="120"/>
                  <a:pt x="472" y="107"/>
                  <a:pt x="466" y="96"/>
                </a:cubicBezTo>
                <a:cubicBezTo>
                  <a:pt x="461" y="85"/>
                  <a:pt x="454" y="76"/>
                  <a:pt x="444" y="69"/>
                </a:cubicBezTo>
                <a:cubicBezTo>
                  <a:pt x="435" y="63"/>
                  <a:pt x="426" y="58"/>
                  <a:pt x="418" y="53"/>
                </a:cubicBezTo>
                <a:cubicBezTo>
                  <a:pt x="410" y="49"/>
                  <a:pt x="398" y="46"/>
                  <a:pt x="382" y="45"/>
                </a:cubicBezTo>
                <a:cubicBezTo>
                  <a:pt x="366" y="43"/>
                  <a:pt x="353" y="42"/>
                  <a:pt x="341" y="41"/>
                </a:cubicBezTo>
                <a:cubicBezTo>
                  <a:pt x="330" y="40"/>
                  <a:pt x="313" y="40"/>
                  <a:pt x="289" y="40"/>
                </a:cubicBezTo>
                <a:cubicBezTo>
                  <a:pt x="238" y="40"/>
                  <a:pt x="208" y="40"/>
                  <a:pt x="199" y="41"/>
                </a:cubicBezTo>
                <a:cubicBezTo>
                  <a:pt x="191" y="42"/>
                  <a:pt x="185" y="45"/>
                  <a:pt x="183" y="51"/>
                </a:cubicBezTo>
                <a:lnTo>
                  <a:pt x="183" y="52"/>
                </a:lnTo>
                <a:cubicBezTo>
                  <a:pt x="183" y="53"/>
                  <a:pt x="183" y="89"/>
                  <a:pt x="183" y="161"/>
                </a:cubicBezTo>
                <a:lnTo>
                  <a:pt x="183" y="269"/>
                </a:lnTo>
                <a:lnTo>
                  <a:pt x="230" y="269"/>
                </a:lnTo>
                <a:cubicBezTo>
                  <a:pt x="273" y="267"/>
                  <a:pt x="300" y="265"/>
                  <a:pt x="311" y="261"/>
                </a:cubicBezTo>
                <a:cubicBezTo>
                  <a:pt x="333" y="251"/>
                  <a:pt x="344" y="227"/>
                  <a:pt x="346" y="186"/>
                </a:cubicBezTo>
                <a:cubicBezTo>
                  <a:pt x="346" y="184"/>
                  <a:pt x="346" y="183"/>
                  <a:pt x="346" y="182"/>
                </a:cubicBezTo>
                <a:lnTo>
                  <a:pt x="346" y="164"/>
                </a:lnTo>
                <a:lnTo>
                  <a:pt x="381" y="164"/>
                </a:lnTo>
                <a:lnTo>
                  <a:pt x="381" y="412"/>
                </a:lnTo>
                <a:lnTo>
                  <a:pt x="346" y="412"/>
                </a:lnTo>
                <a:lnTo>
                  <a:pt x="346" y="395"/>
                </a:lnTo>
                <a:cubicBezTo>
                  <a:pt x="345" y="374"/>
                  <a:pt x="343" y="358"/>
                  <a:pt x="339" y="346"/>
                </a:cubicBezTo>
                <a:cubicBezTo>
                  <a:pt x="335" y="334"/>
                  <a:pt x="327" y="326"/>
                  <a:pt x="317" y="321"/>
                </a:cubicBezTo>
                <a:cubicBezTo>
                  <a:pt x="305" y="315"/>
                  <a:pt x="295" y="312"/>
                  <a:pt x="286" y="311"/>
                </a:cubicBezTo>
                <a:cubicBezTo>
                  <a:pt x="276" y="310"/>
                  <a:pt x="261" y="309"/>
                  <a:pt x="240" y="309"/>
                </a:cubicBezTo>
                <a:cubicBezTo>
                  <a:pt x="236" y="309"/>
                  <a:pt x="233" y="309"/>
                  <a:pt x="230" y="309"/>
                </a:cubicBezTo>
                <a:lnTo>
                  <a:pt x="183" y="309"/>
                </a:lnTo>
                <a:lnTo>
                  <a:pt x="183" y="427"/>
                </a:lnTo>
                <a:lnTo>
                  <a:pt x="183" y="499"/>
                </a:lnTo>
                <a:cubicBezTo>
                  <a:pt x="183" y="533"/>
                  <a:pt x="184" y="551"/>
                  <a:pt x="187" y="554"/>
                </a:cubicBezTo>
                <a:cubicBezTo>
                  <a:pt x="191" y="557"/>
                  <a:pt x="206" y="559"/>
                  <a:pt x="233" y="559"/>
                </a:cubicBezTo>
                <a:lnTo>
                  <a:pt x="278" y="559"/>
                </a:lnTo>
                <a:lnTo>
                  <a:pt x="324" y="559"/>
                </a:lnTo>
                <a:cubicBezTo>
                  <a:pt x="345" y="559"/>
                  <a:pt x="363" y="558"/>
                  <a:pt x="377" y="556"/>
                </a:cubicBezTo>
                <a:cubicBezTo>
                  <a:pt x="392" y="554"/>
                  <a:pt x="407" y="551"/>
                  <a:pt x="424" y="545"/>
                </a:cubicBezTo>
                <a:cubicBezTo>
                  <a:pt x="441" y="540"/>
                  <a:pt x="455" y="531"/>
                  <a:pt x="466" y="519"/>
                </a:cubicBezTo>
                <a:cubicBezTo>
                  <a:pt x="476" y="507"/>
                  <a:pt x="486" y="491"/>
                  <a:pt x="494" y="471"/>
                </a:cubicBezTo>
                <a:cubicBezTo>
                  <a:pt x="500" y="456"/>
                  <a:pt x="504" y="440"/>
                  <a:pt x="507" y="424"/>
                </a:cubicBezTo>
                <a:cubicBezTo>
                  <a:pt x="510" y="407"/>
                  <a:pt x="512" y="393"/>
                  <a:pt x="514" y="382"/>
                </a:cubicBezTo>
                <a:cubicBezTo>
                  <a:pt x="516" y="371"/>
                  <a:pt x="517" y="364"/>
                  <a:pt x="518" y="362"/>
                </a:cubicBezTo>
                <a:lnTo>
                  <a:pt x="518" y="359"/>
                </a:lnTo>
                <a:lnTo>
                  <a:pt x="554" y="359"/>
                </a:lnTo>
                <a:lnTo>
                  <a:pt x="554" y="362"/>
                </a:lnTo>
                <a:cubicBezTo>
                  <a:pt x="553" y="364"/>
                  <a:pt x="547" y="403"/>
                  <a:pt x="536" y="479"/>
                </a:cubicBezTo>
                <a:cubicBezTo>
                  <a:pt x="525" y="556"/>
                  <a:pt x="518" y="595"/>
                  <a:pt x="517" y="597"/>
                </a:cubicBezTo>
                <a:lnTo>
                  <a:pt x="517" y="600"/>
                </a:lnTo>
                <a:lnTo>
                  <a:pt x="0" y="600"/>
                </a:lnTo>
                <a:lnTo>
                  <a:pt x="0" y="559"/>
                </a:lnTo>
                <a:lnTo>
                  <a:pt x="29" y="559"/>
                </a:lnTo>
                <a:cubicBezTo>
                  <a:pt x="54" y="559"/>
                  <a:pt x="69" y="558"/>
                  <a:pt x="74" y="557"/>
                </a:cubicBezTo>
                <a:cubicBezTo>
                  <a:pt x="79" y="556"/>
                  <a:pt x="85" y="552"/>
                  <a:pt x="91" y="546"/>
                </a:cubicBezTo>
                <a:lnTo>
                  <a:pt x="91" y="53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59" name=""/>
          <p:cNvSpPr/>
          <p:nvPr/>
        </p:nvSpPr>
        <p:spPr>
          <a:xfrm>
            <a:off x="7770600" y="3628800"/>
            <a:ext cx="89640" cy="149760"/>
          </a:xfrm>
          <a:custGeom>
            <a:avLst/>
            <a:gdLst/>
            <a:ahLst/>
            <a:rect l="0" t="0" r="r" b="b"/>
            <a:pathLst>
              <a:path w="249" h="416">
                <a:moveTo>
                  <a:pt x="36" y="149"/>
                </a:moveTo>
                <a:cubicBezTo>
                  <a:pt x="25" y="149"/>
                  <a:pt x="16" y="145"/>
                  <a:pt x="10" y="138"/>
                </a:cubicBezTo>
                <a:cubicBezTo>
                  <a:pt x="3" y="130"/>
                  <a:pt x="0" y="121"/>
                  <a:pt x="0" y="110"/>
                </a:cubicBezTo>
                <a:cubicBezTo>
                  <a:pt x="0" y="81"/>
                  <a:pt x="11" y="54"/>
                  <a:pt x="33" y="33"/>
                </a:cubicBezTo>
                <a:cubicBezTo>
                  <a:pt x="55" y="11"/>
                  <a:pt x="82" y="0"/>
                  <a:pt x="116" y="0"/>
                </a:cubicBezTo>
                <a:cubicBezTo>
                  <a:pt x="154" y="0"/>
                  <a:pt x="185" y="12"/>
                  <a:pt x="211" y="35"/>
                </a:cubicBezTo>
                <a:cubicBezTo>
                  <a:pt x="236" y="58"/>
                  <a:pt x="249" y="89"/>
                  <a:pt x="249" y="126"/>
                </a:cubicBezTo>
                <a:cubicBezTo>
                  <a:pt x="249" y="144"/>
                  <a:pt x="245" y="161"/>
                  <a:pt x="237" y="177"/>
                </a:cubicBezTo>
                <a:cubicBezTo>
                  <a:pt x="228" y="194"/>
                  <a:pt x="218" y="208"/>
                  <a:pt x="207" y="220"/>
                </a:cubicBezTo>
                <a:cubicBezTo>
                  <a:pt x="195" y="232"/>
                  <a:pt x="179" y="247"/>
                  <a:pt x="157" y="266"/>
                </a:cubicBezTo>
                <a:cubicBezTo>
                  <a:pt x="142" y="279"/>
                  <a:pt x="121" y="298"/>
                  <a:pt x="94" y="323"/>
                </a:cubicBezTo>
                <a:lnTo>
                  <a:pt x="57" y="358"/>
                </a:lnTo>
                <a:lnTo>
                  <a:pt x="104" y="359"/>
                </a:lnTo>
                <a:cubicBezTo>
                  <a:pt x="170" y="359"/>
                  <a:pt x="205" y="358"/>
                  <a:pt x="209" y="356"/>
                </a:cubicBezTo>
                <a:cubicBezTo>
                  <a:pt x="212" y="355"/>
                  <a:pt x="217" y="336"/>
                  <a:pt x="224" y="300"/>
                </a:cubicBezTo>
                <a:lnTo>
                  <a:pt x="224" y="298"/>
                </a:lnTo>
                <a:lnTo>
                  <a:pt x="249" y="298"/>
                </a:lnTo>
                <a:lnTo>
                  <a:pt x="249" y="300"/>
                </a:lnTo>
                <a:cubicBezTo>
                  <a:pt x="249" y="301"/>
                  <a:pt x="246" y="320"/>
                  <a:pt x="241" y="357"/>
                </a:cubicBezTo>
                <a:cubicBezTo>
                  <a:pt x="236" y="394"/>
                  <a:pt x="233" y="413"/>
                  <a:pt x="232" y="414"/>
                </a:cubicBezTo>
                <a:lnTo>
                  <a:pt x="232" y="416"/>
                </a:lnTo>
                <a:lnTo>
                  <a:pt x="0" y="416"/>
                </a:lnTo>
                <a:lnTo>
                  <a:pt x="0" y="404"/>
                </a:lnTo>
                <a:lnTo>
                  <a:pt x="0" y="397"/>
                </a:lnTo>
                <a:cubicBezTo>
                  <a:pt x="0" y="394"/>
                  <a:pt x="1" y="391"/>
                  <a:pt x="3" y="387"/>
                </a:cubicBezTo>
                <a:cubicBezTo>
                  <a:pt x="6" y="384"/>
                  <a:pt x="12" y="377"/>
                  <a:pt x="22" y="366"/>
                </a:cubicBezTo>
                <a:cubicBezTo>
                  <a:pt x="34" y="352"/>
                  <a:pt x="44" y="341"/>
                  <a:pt x="53" y="331"/>
                </a:cubicBezTo>
                <a:cubicBezTo>
                  <a:pt x="57" y="327"/>
                  <a:pt x="64" y="319"/>
                  <a:pt x="74" y="308"/>
                </a:cubicBezTo>
                <a:cubicBezTo>
                  <a:pt x="85" y="297"/>
                  <a:pt x="92" y="289"/>
                  <a:pt x="96" y="285"/>
                </a:cubicBezTo>
                <a:cubicBezTo>
                  <a:pt x="99" y="281"/>
                  <a:pt x="105" y="274"/>
                  <a:pt x="114" y="264"/>
                </a:cubicBezTo>
                <a:cubicBezTo>
                  <a:pt x="123" y="255"/>
                  <a:pt x="129" y="247"/>
                  <a:pt x="132" y="243"/>
                </a:cubicBezTo>
                <a:cubicBezTo>
                  <a:pt x="135" y="238"/>
                  <a:pt x="140" y="232"/>
                  <a:pt x="146" y="224"/>
                </a:cubicBezTo>
                <a:cubicBezTo>
                  <a:pt x="153" y="216"/>
                  <a:pt x="157" y="210"/>
                  <a:pt x="159" y="204"/>
                </a:cubicBezTo>
                <a:cubicBezTo>
                  <a:pt x="162" y="199"/>
                  <a:pt x="165" y="193"/>
                  <a:pt x="169" y="186"/>
                </a:cubicBezTo>
                <a:cubicBezTo>
                  <a:pt x="173" y="180"/>
                  <a:pt x="175" y="173"/>
                  <a:pt x="177" y="166"/>
                </a:cubicBezTo>
                <a:cubicBezTo>
                  <a:pt x="179" y="160"/>
                  <a:pt x="180" y="153"/>
                  <a:pt x="181" y="148"/>
                </a:cubicBezTo>
                <a:cubicBezTo>
                  <a:pt x="182" y="142"/>
                  <a:pt x="183" y="135"/>
                  <a:pt x="183" y="127"/>
                </a:cubicBezTo>
                <a:cubicBezTo>
                  <a:pt x="183" y="101"/>
                  <a:pt x="176" y="78"/>
                  <a:pt x="162" y="58"/>
                </a:cubicBezTo>
                <a:cubicBezTo>
                  <a:pt x="148" y="39"/>
                  <a:pt x="128" y="29"/>
                  <a:pt x="100" y="29"/>
                </a:cubicBezTo>
                <a:cubicBezTo>
                  <a:pt x="87" y="29"/>
                  <a:pt x="75" y="33"/>
                  <a:pt x="64" y="40"/>
                </a:cubicBezTo>
                <a:cubicBezTo>
                  <a:pt x="54" y="47"/>
                  <a:pt x="47" y="54"/>
                  <a:pt x="43" y="61"/>
                </a:cubicBezTo>
                <a:cubicBezTo>
                  <a:pt x="38" y="68"/>
                  <a:pt x="36" y="72"/>
                  <a:pt x="36" y="73"/>
                </a:cubicBezTo>
                <a:cubicBezTo>
                  <a:pt x="36" y="74"/>
                  <a:pt x="37" y="74"/>
                  <a:pt x="39" y="74"/>
                </a:cubicBezTo>
                <a:cubicBezTo>
                  <a:pt x="47" y="74"/>
                  <a:pt x="55" y="77"/>
                  <a:pt x="62" y="83"/>
                </a:cubicBezTo>
                <a:cubicBezTo>
                  <a:pt x="70" y="89"/>
                  <a:pt x="74" y="98"/>
                  <a:pt x="74" y="111"/>
                </a:cubicBezTo>
                <a:cubicBezTo>
                  <a:pt x="74" y="122"/>
                  <a:pt x="71" y="131"/>
                  <a:pt x="64" y="138"/>
                </a:cubicBezTo>
                <a:cubicBezTo>
                  <a:pt x="58" y="145"/>
                  <a:pt x="48" y="148"/>
                  <a:pt x="36" y="14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300320" y="3619440"/>
            <a:ext cx="23608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4.3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密度チェック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1" name=""/>
          <p:cNvSpPr/>
          <p:nvPr/>
        </p:nvSpPr>
        <p:spPr>
          <a:xfrm>
            <a:off x="8829360" y="3647880"/>
            <a:ext cx="1610280" cy="371880"/>
          </a:xfrm>
          <a:custGeom>
            <a:avLst/>
            <a:gdLst/>
            <a:ahLst/>
            <a:rect l="0" t="0" r="r" b="b"/>
            <a:pathLst>
              <a:path w="4473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2" y="27"/>
                </a:cubicBezTo>
                <a:cubicBezTo>
                  <a:pt x="81" y="21"/>
                  <a:pt x="90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4314" y="0"/>
                </a:lnTo>
                <a:cubicBezTo>
                  <a:pt x="4325" y="0"/>
                  <a:pt x="4335" y="1"/>
                  <a:pt x="4345" y="3"/>
                </a:cubicBezTo>
                <a:cubicBezTo>
                  <a:pt x="4355" y="5"/>
                  <a:pt x="4365" y="8"/>
                  <a:pt x="4375" y="12"/>
                </a:cubicBezTo>
                <a:cubicBezTo>
                  <a:pt x="4384" y="16"/>
                  <a:pt x="4394" y="21"/>
                  <a:pt x="4402" y="27"/>
                </a:cubicBezTo>
                <a:cubicBezTo>
                  <a:pt x="4411" y="33"/>
                  <a:pt x="4419" y="39"/>
                  <a:pt x="4426" y="47"/>
                </a:cubicBezTo>
                <a:cubicBezTo>
                  <a:pt x="4434" y="54"/>
                  <a:pt x="4440" y="62"/>
                  <a:pt x="4446" y="71"/>
                </a:cubicBezTo>
                <a:cubicBezTo>
                  <a:pt x="4452" y="79"/>
                  <a:pt x="4457" y="88"/>
                  <a:pt x="4461" y="98"/>
                </a:cubicBezTo>
                <a:cubicBezTo>
                  <a:pt x="4465" y="108"/>
                  <a:pt x="4468" y="118"/>
                  <a:pt x="4470" y="128"/>
                </a:cubicBezTo>
                <a:cubicBezTo>
                  <a:pt x="4472" y="138"/>
                  <a:pt x="4473" y="148"/>
                  <a:pt x="4473" y="159"/>
                </a:cubicBezTo>
                <a:lnTo>
                  <a:pt x="4473" y="874"/>
                </a:lnTo>
                <a:cubicBezTo>
                  <a:pt x="4473" y="885"/>
                  <a:pt x="4472" y="895"/>
                  <a:pt x="4470" y="905"/>
                </a:cubicBezTo>
                <a:cubicBezTo>
                  <a:pt x="4468" y="915"/>
                  <a:pt x="4465" y="925"/>
                  <a:pt x="4461" y="935"/>
                </a:cubicBezTo>
                <a:cubicBezTo>
                  <a:pt x="4457" y="945"/>
                  <a:pt x="4452" y="954"/>
                  <a:pt x="4446" y="962"/>
                </a:cubicBezTo>
                <a:cubicBezTo>
                  <a:pt x="4440" y="971"/>
                  <a:pt x="4434" y="979"/>
                  <a:pt x="4426" y="986"/>
                </a:cubicBezTo>
                <a:cubicBezTo>
                  <a:pt x="4419" y="994"/>
                  <a:pt x="4411" y="1000"/>
                  <a:pt x="4402" y="1006"/>
                </a:cubicBezTo>
                <a:cubicBezTo>
                  <a:pt x="4394" y="1012"/>
                  <a:pt x="4384" y="1017"/>
                  <a:pt x="4375" y="1021"/>
                </a:cubicBezTo>
                <a:cubicBezTo>
                  <a:pt x="4365" y="1025"/>
                  <a:pt x="4355" y="1028"/>
                  <a:pt x="4345" y="1030"/>
                </a:cubicBezTo>
                <a:cubicBezTo>
                  <a:pt x="4335" y="1032"/>
                  <a:pt x="4325" y="1033"/>
                  <a:pt x="4314" y="1033"/>
                </a:cubicBezTo>
                <a:lnTo>
                  <a:pt x="160" y="1033"/>
                </a:lnTo>
                <a:cubicBezTo>
                  <a:pt x="150" y="1033"/>
                  <a:pt x="139" y="1032"/>
                  <a:pt x="129" y="1030"/>
                </a:cubicBezTo>
                <a:cubicBezTo>
                  <a:pt x="119" y="1028"/>
                  <a:pt x="109" y="1025"/>
                  <a:pt x="99" y="1021"/>
                </a:cubicBezTo>
                <a:cubicBezTo>
                  <a:pt x="90" y="1017"/>
                  <a:pt x="81" y="1012"/>
                  <a:pt x="72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884000" y="3619440"/>
            <a:ext cx="1011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のとき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8927640" y="369612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ValueError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4" name=""/>
          <p:cNvSpPr/>
          <p:nvPr/>
        </p:nvSpPr>
        <p:spPr>
          <a:xfrm>
            <a:off x="1066680" y="4267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0434960" y="361944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6" name=""/>
          <p:cNvSpPr/>
          <p:nvPr/>
        </p:nvSpPr>
        <p:spPr>
          <a:xfrm>
            <a:off x="3971880" y="4124160"/>
            <a:ext cx="2028960" cy="371880"/>
          </a:xfrm>
          <a:custGeom>
            <a:avLst/>
            <a:gdLst/>
            <a:ahLst/>
            <a:rect l="0" t="0" r="r" b="b"/>
            <a:pathLst>
              <a:path w="5636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477" y="0"/>
                </a:lnTo>
                <a:cubicBezTo>
                  <a:pt x="5488" y="0"/>
                  <a:pt x="5498" y="1"/>
                  <a:pt x="5508" y="3"/>
                </a:cubicBezTo>
                <a:cubicBezTo>
                  <a:pt x="5519" y="5"/>
                  <a:pt x="5529" y="8"/>
                  <a:pt x="5538" y="12"/>
                </a:cubicBezTo>
                <a:cubicBezTo>
                  <a:pt x="5548" y="16"/>
                  <a:pt x="5557" y="21"/>
                  <a:pt x="5566" y="27"/>
                </a:cubicBezTo>
                <a:cubicBezTo>
                  <a:pt x="5574" y="33"/>
                  <a:pt x="5582" y="39"/>
                  <a:pt x="5590" y="46"/>
                </a:cubicBezTo>
                <a:cubicBezTo>
                  <a:pt x="5597" y="54"/>
                  <a:pt x="5604" y="62"/>
                  <a:pt x="5609" y="71"/>
                </a:cubicBezTo>
                <a:cubicBezTo>
                  <a:pt x="5615" y="79"/>
                  <a:pt x="5620" y="88"/>
                  <a:pt x="5624" y="98"/>
                </a:cubicBezTo>
                <a:cubicBezTo>
                  <a:pt x="5628" y="108"/>
                  <a:pt x="5631" y="118"/>
                  <a:pt x="5633" y="128"/>
                </a:cubicBezTo>
                <a:cubicBezTo>
                  <a:pt x="5635" y="138"/>
                  <a:pt x="5636" y="148"/>
                  <a:pt x="5636" y="159"/>
                </a:cubicBezTo>
                <a:lnTo>
                  <a:pt x="5636" y="874"/>
                </a:lnTo>
                <a:cubicBezTo>
                  <a:pt x="5636" y="885"/>
                  <a:pt x="5635" y="895"/>
                  <a:pt x="5633" y="905"/>
                </a:cubicBezTo>
                <a:cubicBezTo>
                  <a:pt x="5631" y="915"/>
                  <a:pt x="5628" y="925"/>
                  <a:pt x="5624" y="935"/>
                </a:cubicBezTo>
                <a:cubicBezTo>
                  <a:pt x="5620" y="944"/>
                  <a:pt x="5615" y="954"/>
                  <a:pt x="5609" y="962"/>
                </a:cubicBezTo>
                <a:cubicBezTo>
                  <a:pt x="5604" y="971"/>
                  <a:pt x="5597" y="979"/>
                  <a:pt x="5590" y="986"/>
                </a:cubicBezTo>
                <a:cubicBezTo>
                  <a:pt x="5582" y="994"/>
                  <a:pt x="5574" y="1000"/>
                  <a:pt x="5566" y="1006"/>
                </a:cubicBezTo>
                <a:cubicBezTo>
                  <a:pt x="5557" y="1012"/>
                  <a:pt x="5548" y="1017"/>
                  <a:pt x="5538" y="1021"/>
                </a:cubicBezTo>
                <a:cubicBezTo>
                  <a:pt x="5529" y="1025"/>
                  <a:pt x="5519" y="1028"/>
                  <a:pt x="5508" y="1030"/>
                </a:cubicBezTo>
                <a:cubicBezTo>
                  <a:pt x="5498" y="1032"/>
                  <a:pt x="5488" y="1033"/>
                  <a:pt x="547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3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300320" y="4095720"/>
            <a:ext cx="30949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4.4 DELTA_MAX = 0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4064400" y="4172400"/>
            <a:ext cx="183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DELTA_MAX &gt; 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9" name=""/>
          <p:cNvSpPr/>
          <p:nvPr/>
        </p:nvSpPr>
        <p:spPr>
          <a:xfrm>
            <a:off x="1066680" y="4752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6" y="60"/>
                  <a:pt x="25" y="47"/>
                  <a:pt x="36" y="36"/>
                </a:cubicBezTo>
                <a:cubicBezTo>
                  <a:pt x="47" y="25"/>
                  <a:pt x="60" y="16"/>
                  <a:pt x="74" y="10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10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5996160" y="4095720"/>
            <a:ext cx="2023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を要求に変更。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1" name=""/>
          <p:cNvSpPr/>
          <p:nvPr/>
        </p:nvSpPr>
        <p:spPr>
          <a:xfrm>
            <a:off x="1066680" y="5238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6" y="58"/>
                  <a:pt x="25" y="46"/>
                  <a:pt x="36" y="34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300320" y="4581360"/>
            <a:ext cx="58395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4.5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コメント修正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「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8x8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格⼦」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→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「粒⼦数」。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300320" y="5067360"/>
            <a:ext cx="106254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4.6 mc_step </a:t>
            </a:r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の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docstring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返り値を「採⽤時はエネルギー差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ΔE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、不採⽤時は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0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300320" y="5477040"/>
            <a:ext cx="11041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に修正。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17795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9" name=""/>
          <p:cNvSpPr/>
          <p:nvPr/>
        </p:nvSpPr>
        <p:spPr>
          <a:xfrm>
            <a:off x="1066680" y="2962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4"/>
                  <a:pt x="36" y="203"/>
                </a:cubicBezTo>
                <a:cubicBezTo>
                  <a:pt x="25" y="192"/>
                  <a:pt x="16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47720" y="1908720"/>
            <a:ext cx="918432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変更ログ </a:t>
            </a: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5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：受理率（</a:t>
            </a:r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Acceptance Ratio</a:t>
            </a:r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）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300320" y="2790720"/>
            <a:ext cx="9930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メトロポリス法の受理率を記録し、シミュレーション終了後に表⽰する機能を追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2" name=""/>
          <p:cNvSpPr/>
          <p:nvPr/>
        </p:nvSpPr>
        <p:spPr>
          <a:xfrm>
            <a:off x="1066680" y="3857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300320" y="320040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加。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4" name=""/>
          <p:cNvSpPr/>
          <p:nvPr/>
        </p:nvSpPr>
        <p:spPr>
          <a:xfrm>
            <a:off x="1971360" y="371448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123" y="0"/>
                </a:lnTo>
                <a:cubicBezTo>
                  <a:pt x="3134" y="0"/>
                  <a:pt x="3144" y="1"/>
                  <a:pt x="3154" y="3"/>
                </a:cubicBezTo>
                <a:cubicBezTo>
                  <a:pt x="3165" y="5"/>
                  <a:pt x="3175" y="8"/>
                  <a:pt x="3184" y="12"/>
                </a:cubicBezTo>
                <a:cubicBezTo>
                  <a:pt x="3194" y="16"/>
                  <a:pt x="3203" y="21"/>
                  <a:pt x="3212" y="27"/>
                </a:cubicBezTo>
                <a:cubicBezTo>
                  <a:pt x="3220" y="33"/>
                  <a:pt x="3228" y="39"/>
                  <a:pt x="3236" y="47"/>
                </a:cubicBezTo>
                <a:cubicBezTo>
                  <a:pt x="3243" y="54"/>
                  <a:pt x="3250" y="62"/>
                  <a:pt x="3255" y="71"/>
                </a:cubicBezTo>
                <a:cubicBezTo>
                  <a:pt x="3261" y="79"/>
                  <a:pt x="3266" y="89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8"/>
                  <a:pt x="3282" y="149"/>
                  <a:pt x="3282" y="159"/>
                </a:cubicBezTo>
                <a:lnTo>
                  <a:pt x="3282" y="874"/>
                </a:lnTo>
                <a:cubicBezTo>
                  <a:pt x="3282" y="885"/>
                  <a:pt x="3281" y="895"/>
                  <a:pt x="3279" y="905"/>
                </a:cubicBezTo>
                <a:cubicBezTo>
                  <a:pt x="3277" y="916"/>
                  <a:pt x="3274" y="925"/>
                  <a:pt x="3270" y="935"/>
                </a:cubicBezTo>
                <a:cubicBezTo>
                  <a:pt x="3266" y="945"/>
                  <a:pt x="3261" y="954"/>
                  <a:pt x="3255" y="963"/>
                </a:cubicBezTo>
                <a:cubicBezTo>
                  <a:pt x="3250" y="971"/>
                  <a:pt x="3243" y="979"/>
                  <a:pt x="3236" y="987"/>
                </a:cubicBezTo>
                <a:cubicBezTo>
                  <a:pt x="3228" y="994"/>
                  <a:pt x="3220" y="1001"/>
                  <a:pt x="3212" y="1006"/>
                </a:cubicBezTo>
                <a:cubicBezTo>
                  <a:pt x="3203" y="1012"/>
                  <a:pt x="3194" y="1017"/>
                  <a:pt x="3184" y="1021"/>
                </a:cubicBezTo>
                <a:cubicBezTo>
                  <a:pt x="3175" y="1025"/>
                  <a:pt x="3165" y="1028"/>
                  <a:pt x="3154" y="1030"/>
                </a:cubicBezTo>
                <a:cubicBezTo>
                  <a:pt x="3144" y="1032"/>
                  <a:pt x="3134" y="1033"/>
                  <a:pt x="3123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300320" y="3686040"/>
            <a:ext cx="7056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実装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2070000" y="3762720"/>
            <a:ext cx="98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mc_step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7" name=""/>
          <p:cNvSpPr/>
          <p:nvPr/>
        </p:nvSpPr>
        <p:spPr>
          <a:xfrm>
            <a:off x="4657680" y="3714480"/>
            <a:ext cx="3009960" cy="371880"/>
          </a:xfrm>
          <a:custGeom>
            <a:avLst/>
            <a:gdLst/>
            <a:ahLst/>
            <a:rect l="0" t="0" r="r" b="b"/>
            <a:pathLst>
              <a:path w="8361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203" y="0"/>
                </a:lnTo>
                <a:cubicBezTo>
                  <a:pt x="8213" y="0"/>
                  <a:pt x="8223" y="1"/>
                  <a:pt x="8234" y="3"/>
                </a:cubicBezTo>
                <a:cubicBezTo>
                  <a:pt x="8244" y="5"/>
                  <a:pt x="8254" y="8"/>
                  <a:pt x="8263" y="12"/>
                </a:cubicBezTo>
                <a:cubicBezTo>
                  <a:pt x="8273" y="16"/>
                  <a:pt x="8282" y="21"/>
                  <a:pt x="8291" y="27"/>
                </a:cubicBezTo>
                <a:cubicBezTo>
                  <a:pt x="8300" y="33"/>
                  <a:pt x="8308" y="39"/>
                  <a:pt x="8315" y="47"/>
                </a:cubicBezTo>
                <a:cubicBezTo>
                  <a:pt x="8322" y="54"/>
                  <a:pt x="8329" y="62"/>
                  <a:pt x="8335" y="71"/>
                </a:cubicBezTo>
                <a:cubicBezTo>
                  <a:pt x="8340" y="79"/>
                  <a:pt x="8345" y="89"/>
                  <a:pt x="8349" y="98"/>
                </a:cubicBezTo>
                <a:cubicBezTo>
                  <a:pt x="8353" y="108"/>
                  <a:pt x="8356" y="118"/>
                  <a:pt x="8358" y="128"/>
                </a:cubicBezTo>
                <a:cubicBezTo>
                  <a:pt x="8360" y="138"/>
                  <a:pt x="8361" y="149"/>
                  <a:pt x="8361" y="159"/>
                </a:cubicBezTo>
                <a:lnTo>
                  <a:pt x="8361" y="874"/>
                </a:lnTo>
                <a:cubicBezTo>
                  <a:pt x="8361" y="885"/>
                  <a:pt x="8360" y="895"/>
                  <a:pt x="8358" y="905"/>
                </a:cubicBezTo>
                <a:cubicBezTo>
                  <a:pt x="8356" y="916"/>
                  <a:pt x="8353" y="925"/>
                  <a:pt x="8349" y="935"/>
                </a:cubicBezTo>
                <a:cubicBezTo>
                  <a:pt x="8345" y="945"/>
                  <a:pt x="8340" y="954"/>
                  <a:pt x="8335" y="963"/>
                </a:cubicBezTo>
                <a:cubicBezTo>
                  <a:pt x="8329" y="971"/>
                  <a:pt x="8322" y="979"/>
                  <a:pt x="8315" y="987"/>
                </a:cubicBezTo>
                <a:cubicBezTo>
                  <a:pt x="8308" y="994"/>
                  <a:pt x="8300" y="1001"/>
                  <a:pt x="8291" y="1006"/>
                </a:cubicBezTo>
                <a:cubicBezTo>
                  <a:pt x="8282" y="1012"/>
                  <a:pt x="8273" y="1017"/>
                  <a:pt x="8263" y="1021"/>
                </a:cubicBezTo>
                <a:cubicBezTo>
                  <a:pt x="8254" y="1025"/>
                  <a:pt x="8244" y="1028"/>
                  <a:pt x="8234" y="1030"/>
                </a:cubicBezTo>
                <a:cubicBezTo>
                  <a:pt x="8223" y="1032"/>
                  <a:pt x="8213" y="1033"/>
                  <a:pt x="8203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3" y="994"/>
                  <a:pt x="46" y="987"/>
                </a:cubicBezTo>
                <a:cubicBezTo>
                  <a:pt x="39" y="979"/>
                  <a:pt x="32" y="971"/>
                  <a:pt x="26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3153600" y="3686040"/>
            <a:ext cx="1563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の返り値を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4749480" y="3762720"/>
            <a:ext cx="2826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(dE, accepted: bool)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0" name=""/>
          <p:cNvSpPr/>
          <p:nvPr/>
        </p:nvSpPr>
        <p:spPr>
          <a:xfrm>
            <a:off x="8839080" y="3714480"/>
            <a:ext cx="2162520" cy="371880"/>
          </a:xfrm>
          <a:custGeom>
            <a:avLst/>
            <a:gdLst/>
            <a:ahLst/>
            <a:rect l="0" t="0" r="r" b="b"/>
            <a:pathLst>
              <a:path w="6007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848" y="0"/>
                </a:lnTo>
                <a:cubicBezTo>
                  <a:pt x="5859" y="0"/>
                  <a:pt x="5869" y="1"/>
                  <a:pt x="5879" y="3"/>
                </a:cubicBezTo>
                <a:cubicBezTo>
                  <a:pt x="5889" y="5"/>
                  <a:pt x="5899" y="8"/>
                  <a:pt x="5909" y="12"/>
                </a:cubicBezTo>
                <a:cubicBezTo>
                  <a:pt x="5919" y="16"/>
                  <a:pt x="5928" y="21"/>
                  <a:pt x="5936" y="27"/>
                </a:cubicBezTo>
                <a:cubicBezTo>
                  <a:pt x="5945" y="33"/>
                  <a:pt x="5953" y="39"/>
                  <a:pt x="5960" y="47"/>
                </a:cubicBezTo>
                <a:cubicBezTo>
                  <a:pt x="5968" y="54"/>
                  <a:pt x="5974" y="62"/>
                  <a:pt x="5980" y="71"/>
                </a:cubicBezTo>
                <a:cubicBezTo>
                  <a:pt x="5986" y="79"/>
                  <a:pt x="5991" y="89"/>
                  <a:pt x="5995" y="98"/>
                </a:cubicBezTo>
                <a:cubicBezTo>
                  <a:pt x="5999" y="108"/>
                  <a:pt x="6002" y="118"/>
                  <a:pt x="6004" y="128"/>
                </a:cubicBezTo>
                <a:cubicBezTo>
                  <a:pt x="6006" y="138"/>
                  <a:pt x="6007" y="149"/>
                  <a:pt x="6007" y="159"/>
                </a:cubicBezTo>
                <a:lnTo>
                  <a:pt x="6007" y="874"/>
                </a:lnTo>
                <a:cubicBezTo>
                  <a:pt x="6007" y="885"/>
                  <a:pt x="6006" y="895"/>
                  <a:pt x="6004" y="905"/>
                </a:cubicBezTo>
                <a:cubicBezTo>
                  <a:pt x="6002" y="916"/>
                  <a:pt x="5999" y="925"/>
                  <a:pt x="5995" y="935"/>
                </a:cubicBezTo>
                <a:cubicBezTo>
                  <a:pt x="5991" y="945"/>
                  <a:pt x="5986" y="954"/>
                  <a:pt x="5980" y="963"/>
                </a:cubicBezTo>
                <a:cubicBezTo>
                  <a:pt x="5974" y="971"/>
                  <a:pt x="5968" y="979"/>
                  <a:pt x="5960" y="987"/>
                </a:cubicBezTo>
                <a:cubicBezTo>
                  <a:pt x="5953" y="994"/>
                  <a:pt x="5945" y="1001"/>
                  <a:pt x="5936" y="1006"/>
                </a:cubicBezTo>
                <a:cubicBezTo>
                  <a:pt x="5928" y="1012"/>
                  <a:pt x="5919" y="1017"/>
                  <a:pt x="5909" y="1021"/>
                </a:cubicBezTo>
                <a:cubicBezTo>
                  <a:pt x="5899" y="1025"/>
                  <a:pt x="5889" y="1028"/>
                  <a:pt x="5879" y="1030"/>
                </a:cubicBezTo>
                <a:cubicBezTo>
                  <a:pt x="5869" y="1032"/>
                  <a:pt x="5859" y="1033"/>
                  <a:pt x="5848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670520" y="3686040"/>
            <a:ext cx="1195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に変更。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8929800" y="3762720"/>
            <a:ext cx="1978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run_simulation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3" name=""/>
          <p:cNvSpPr/>
          <p:nvPr/>
        </p:nvSpPr>
        <p:spPr>
          <a:xfrm>
            <a:off x="1304640" y="412416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288" y="0"/>
                </a:lnTo>
                <a:cubicBezTo>
                  <a:pt x="4298" y="0"/>
                  <a:pt x="4308" y="1"/>
                  <a:pt x="4319" y="3"/>
                </a:cubicBezTo>
                <a:cubicBezTo>
                  <a:pt x="4329" y="5"/>
                  <a:pt x="4339" y="8"/>
                  <a:pt x="4348" y="12"/>
                </a:cubicBezTo>
                <a:cubicBezTo>
                  <a:pt x="4358" y="16"/>
                  <a:pt x="4367" y="21"/>
                  <a:pt x="4376" y="27"/>
                </a:cubicBezTo>
                <a:cubicBezTo>
                  <a:pt x="4384" y="33"/>
                  <a:pt x="4392" y="39"/>
                  <a:pt x="4400" y="46"/>
                </a:cubicBezTo>
                <a:cubicBezTo>
                  <a:pt x="4407" y="54"/>
                  <a:pt x="4414" y="62"/>
                  <a:pt x="4420" y="71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8"/>
                  <a:pt x="4446" y="159"/>
                </a:cubicBezTo>
                <a:lnTo>
                  <a:pt x="4446" y="874"/>
                </a:lnTo>
                <a:cubicBezTo>
                  <a:pt x="4446" y="885"/>
                  <a:pt x="4445" y="895"/>
                  <a:pt x="4443" y="905"/>
                </a:cubicBezTo>
                <a:cubicBezTo>
                  <a:pt x="4441" y="915"/>
                  <a:pt x="4438" y="925"/>
                  <a:pt x="4434" y="935"/>
                </a:cubicBezTo>
                <a:cubicBezTo>
                  <a:pt x="4430" y="944"/>
                  <a:pt x="4425" y="954"/>
                  <a:pt x="4420" y="962"/>
                </a:cubicBezTo>
                <a:cubicBezTo>
                  <a:pt x="4414" y="971"/>
                  <a:pt x="4407" y="979"/>
                  <a:pt x="4400" y="986"/>
                </a:cubicBezTo>
                <a:cubicBezTo>
                  <a:pt x="4392" y="994"/>
                  <a:pt x="4384" y="1000"/>
                  <a:pt x="4376" y="1006"/>
                </a:cubicBezTo>
                <a:cubicBezTo>
                  <a:pt x="4367" y="1012"/>
                  <a:pt x="4358" y="1017"/>
                  <a:pt x="4348" y="1021"/>
                </a:cubicBezTo>
                <a:cubicBezTo>
                  <a:pt x="4339" y="1025"/>
                  <a:pt x="4329" y="1028"/>
                  <a:pt x="4319" y="1030"/>
                </a:cubicBezTo>
                <a:cubicBezTo>
                  <a:pt x="4308" y="1032"/>
                  <a:pt x="4298" y="1033"/>
                  <a:pt x="4288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002680" y="3686040"/>
            <a:ext cx="368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393920" y="417240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n_accepted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6" name=""/>
          <p:cNvSpPr/>
          <p:nvPr/>
        </p:nvSpPr>
        <p:spPr>
          <a:xfrm>
            <a:off x="5676840" y="4124160"/>
            <a:ext cx="752760" cy="371880"/>
          </a:xfrm>
          <a:custGeom>
            <a:avLst/>
            <a:gdLst/>
            <a:ahLst/>
            <a:rect l="0" t="0" r="r" b="b"/>
            <a:pathLst>
              <a:path w="2091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31" y="0"/>
                </a:lnTo>
                <a:cubicBezTo>
                  <a:pt x="1942" y="0"/>
                  <a:pt x="1952" y="1"/>
                  <a:pt x="1962" y="3"/>
                </a:cubicBezTo>
                <a:cubicBezTo>
                  <a:pt x="1972" y="5"/>
                  <a:pt x="1982" y="8"/>
                  <a:pt x="1992" y="12"/>
                </a:cubicBezTo>
                <a:cubicBezTo>
                  <a:pt x="2003" y="16"/>
                  <a:pt x="2012" y="21"/>
                  <a:pt x="2020" y="27"/>
                </a:cubicBezTo>
                <a:cubicBezTo>
                  <a:pt x="2029" y="33"/>
                  <a:pt x="2037" y="39"/>
                  <a:pt x="2044" y="46"/>
                </a:cubicBezTo>
                <a:cubicBezTo>
                  <a:pt x="2052" y="54"/>
                  <a:pt x="2058" y="62"/>
                  <a:pt x="2064" y="71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8"/>
                  <a:pt x="2086" y="118"/>
                  <a:pt x="2088" y="128"/>
                </a:cubicBezTo>
                <a:cubicBezTo>
                  <a:pt x="2090" y="138"/>
                  <a:pt x="2091" y="148"/>
                  <a:pt x="2091" y="159"/>
                </a:cubicBezTo>
                <a:lnTo>
                  <a:pt x="2091" y="874"/>
                </a:lnTo>
                <a:cubicBezTo>
                  <a:pt x="2091" y="885"/>
                  <a:pt x="2090" y="895"/>
                  <a:pt x="2088" y="905"/>
                </a:cubicBezTo>
                <a:cubicBezTo>
                  <a:pt x="2086" y="915"/>
                  <a:pt x="2083" y="925"/>
                  <a:pt x="2079" y="935"/>
                </a:cubicBezTo>
                <a:cubicBezTo>
                  <a:pt x="2075" y="944"/>
                  <a:pt x="2070" y="954"/>
                  <a:pt x="2064" y="962"/>
                </a:cubicBezTo>
                <a:cubicBezTo>
                  <a:pt x="2058" y="971"/>
                  <a:pt x="2052" y="979"/>
                  <a:pt x="2044" y="986"/>
                </a:cubicBezTo>
                <a:cubicBezTo>
                  <a:pt x="2037" y="994"/>
                  <a:pt x="2029" y="1000"/>
                  <a:pt x="2020" y="1006"/>
                </a:cubicBezTo>
                <a:cubicBezTo>
                  <a:pt x="2012" y="1012"/>
                  <a:pt x="2003" y="1017"/>
                  <a:pt x="1992" y="1021"/>
                </a:cubicBezTo>
                <a:cubicBezTo>
                  <a:pt x="1982" y="1025"/>
                  <a:pt x="1972" y="1028"/>
                  <a:pt x="1962" y="1030"/>
                </a:cubicBezTo>
                <a:cubicBezTo>
                  <a:pt x="1952" y="1032"/>
                  <a:pt x="1942" y="1033"/>
                  <a:pt x="1931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2901600" y="4095720"/>
            <a:ext cx="2850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をカウントして返す。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5774040" y="4172400"/>
            <a:ext cx="56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main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433560" y="4095720"/>
            <a:ext cx="5120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で「受理率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(Acceptance Ratio): XX.XX%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300320" y="4514760"/>
            <a:ext cx="46746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(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受理数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/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総ステップ数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)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」をプリント。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17669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5" name=""/>
          <p:cNvSpPr/>
          <p:nvPr/>
        </p:nvSpPr>
        <p:spPr>
          <a:xfrm>
            <a:off x="752400" y="1590480"/>
            <a:ext cx="1343160" cy="533880"/>
          </a:xfrm>
          <a:custGeom>
            <a:avLst/>
            <a:gdLst/>
            <a:ahLst/>
            <a:rect l="0" t="0" r="r" b="b"/>
            <a:pathLst>
              <a:path w="3731" h="1483">
                <a:moveTo>
                  <a:pt x="0" y="0"/>
                </a:moveTo>
                <a:lnTo>
                  <a:pt x="3731" y="0"/>
                </a:lnTo>
                <a:lnTo>
                  <a:pt x="373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6" name=""/>
          <p:cNvSpPr/>
          <p:nvPr/>
        </p:nvSpPr>
        <p:spPr>
          <a:xfrm>
            <a:off x="2095200" y="1590480"/>
            <a:ext cx="9344520" cy="533880"/>
          </a:xfrm>
          <a:custGeom>
            <a:avLst/>
            <a:gdLst/>
            <a:ahLst/>
            <a:rect l="0" t="0" r="r" b="b"/>
            <a:pathLst>
              <a:path w="25957" h="1483">
                <a:moveTo>
                  <a:pt x="0" y="0"/>
                </a:moveTo>
                <a:lnTo>
                  <a:pt x="25957" y="0"/>
                </a:lnTo>
                <a:lnTo>
                  <a:pt x="2595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7" name=""/>
          <p:cNvSpPr/>
          <p:nvPr/>
        </p:nvSpPr>
        <p:spPr>
          <a:xfrm>
            <a:off x="752400" y="2124000"/>
            <a:ext cx="1343160" cy="952920"/>
          </a:xfrm>
          <a:custGeom>
            <a:avLst/>
            <a:gdLst/>
            <a:ahLst/>
            <a:rect l="0" t="0" r="r" b="b"/>
            <a:pathLst>
              <a:path w="3731" h="2647">
                <a:moveTo>
                  <a:pt x="0" y="0"/>
                </a:moveTo>
                <a:lnTo>
                  <a:pt x="3731" y="0"/>
                </a:lnTo>
                <a:lnTo>
                  <a:pt x="373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8" name=""/>
          <p:cNvSpPr/>
          <p:nvPr/>
        </p:nvSpPr>
        <p:spPr>
          <a:xfrm>
            <a:off x="2095200" y="2124000"/>
            <a:ext cx="9344520" cy="952920"/>
          </a:xfrm>
          <a:custGeom>
            <a:avLst/>
            <a:gdLst/>
            <a:ahLst/>
            <a:rect l="0" t="0" r="r" b="b"/>
            <a:pathLst>
              <a:path w="25957" h="2647">
                <a:moveTo>
                  <a:pt x="0" y="0"/>
                </a:moveTo>
                <a:lnTo>
                  <a:pt x="25957" y="0"/>
                </a:lnTo>
                <a:lnTo>
                  <a:pt x="259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9" name=""/>
          <p:cNvSpPr/>
          <p:nvPr/>
        </p:nvSpPr>
        <p:spPr>
          <a:xfrm>
            <a:off x="752400" y="3076560"/>
            <a:ext cx="1343160" cy="1371960"/>
          </a:xfrm>
          <a:custGeom>
            <a:avLst/>
            <a:gdLst/>
            <a:ahLst/>
            <a:rect l="0" t="0" r="r" b="b"/>
            <a:pathLst>
              <a:path w="3731" h="3811">
                <a:moveTo>
                  <a:pt x="0" y="0"/>
                </a:moveTo>
                <a:lnTo>
                  <a:pt x="3731" y="0"/>
                </a:lnTo>
                <a:lnTo>
                  <a:pt x="3731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0" name=""/>
          <p:cNvSpPr/>
          <p:nvPr/>
        </p:nvSpPr>
        <p:spPr>
          <a:xfrm>
            <a:off x="2095200" y="3076560"/>
            <a:ext cx="9344520" cy="1371960"/>
          </a:xfrm>
          <a:custGeom>
            <a:avLst/>
            <a:gdLst/>
            <a:ahLst/>
            <a:rect l="0" t="0" r="r" b="b"/>
            <a:pathLst>
              <a:path w="25957" h="3811">
                <a:moveTo>
                  <a:pt x="0" y="0"/>
                </a:moveTo>
                <a:lnTo>
                  <a:pt x="25957" y="0"/>
                </a:lnTo>
                <a:lnTo>
                  <a:pt x="25957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1" name=""/>
          <p:cNvSpPr/>
          <p:nvPr/>
        </p:nvSpPr>
        <p:spPr>
          <a:xfrm>
            <a:off x="752400" y="4448160"/>
            <a:ext cx="1343160" cy="533520"/>
          </a:xfrm>
          <a:custGeom>
            <a:avLst/>
            <a:gdLst/>
            <a:ahLst/>
            <a:rect l="0" t="0" r="r" b="b"/>
            <a:pathLst>
              <a:path w="3731" h="1482">
                <a:moveTo>
                  <a:pt x="0" y="0"/>
                </a:moveTo>
                <a:lnTo>
                  <a:pt x="3731" y="0"/>
                </a:lnTo>
                <a:lnTo>
                  <a:pt x="373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2" name=""/>
          <p:cNvSpPr/>
          <p:nvPr/>
        </p:nvSpPr>
        <p:spPr>
          <a:xfrm>
            <a:off x="2095200" y="4448160"/>
            <a:ext cx="9344520" cy="533520"/>
          </a:xfrm>
          <a:custGeom>
            <a:avLst/>
            <a:gdLst/>
            <a:ahLst/>
            <a:rect l="0" t="0" r="r" b="b"/>
            <a:pathLst>
              <a:path w="25957" h="1482">
                <a:moveTo>
                  <a:pt x="0" y="0"/>
                </a:moveTo>
                <a:lnTo>
                  <a:pt x="25957" y="0"/>
                </a:lnTo>
                <a:lnTo>
                  <a:pt x="2595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3" name=""/>
          <p:cNvSpPr/>
          <p:nvPr/>
        </p:nvSpPr>
        <p:spPr>
          <a:xfrm>
            <a:off x="752400" y="4981320"/>
            <a:ext cx="1343160" cy="952920"/>
          </a:xfrm>
          <a:custGeom>
            <a:avLst/>
            <a:gdLst/>
            <a:ahLst/>
            <a:rect l="0" t="0" r="r" b="b"/>
            <a:pathLst>
              <a:path w="3731" h="2647">
                <a:moveTo>
                  <a:pt x="0" y="0"/>
                </a:moveTo>
                <a:lnTo>
                  <a:pt x="3731" y="0"/>
                </a:lnTo>
                <a:lnTo>
                  <a:pt x="373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4" name=""/>
          <p:cNvSpPr/>
          <p:nvPr/>
        </p:nvSpPr>
        <p:spPr>
          <a:xfrm>
            <a:off x="2095200" y="4981320"/>
            <a:ext cx="9344520" cy="952920"/>
          </a:xfrm>
          <a:custGeom>
            <a:avLst/>
            <a:gdLst/>
            <a:ahLst/>
            <a:rect l="0" t="0" r="r" b="b"/>
            <a:pathLst>
              <a:path w="25957" h="2647">
                <a:moveTo>
                  <a:pt x="0" y="0"/>
                </a:moveTo>
                <a:lnTo>
                  <a:pt x="25957" y="0"/>
                </a:lnTo>
                <a:lnTo>
                  <a:pt x="259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5" name=""/>
          <p:cNvSpPr/>
          <p:nvPr/>
        </p:nvSpPr>
        <p:spPr>
          <a:xfrm>
            <a:off x="752400" y="5933880"/>
            <a:ext cx="1343160" cy="543240"/>
          </a:xfrm>
          <a:custGeom>
            <a:avLst/>
            <a:gdLst/>
            <a:ahLst/>
            <a:rect l="0" t="0" r="r" b="b"/>
            <a:pathLst>
              <a:path w="3731" h="1509">
                <a:moveTo>
                  <a:pt x="0" y="0"/>
                </a:moveTo>
                <a:lnTo>
                  <a:pt x="3731" y="0"/>
                </a:lnTo>
                <a:lnTo>
                  <a:pt x="373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6" name=""/>
          <p:cNvSpPr/>
          <p:nvPr/>
        </p:nvSpPr>
        <p:spPr>
          <a:xfrm>
            <a:off x="2095200" y="5933880"/>
            <a:ext cx="9344520" cy="543240"/>
          </a:xfrm>
          <a:custGeom>
            <a:avLst/>
            <a:gdLst/>
            <a:ahLst/>
            <a:rect l="0" t="0" r="r" b="b"/>
            <a:pathLst>
              <a:path w="25957" h="1509">
                <a:moveTo>
                  <a:pt x="0" y="0"/>
                </a:moveTo>
                <a:lnTo>
                  <a:pt x="25957" y="0"/>
                </a:lnTo>
                <a:lnTo>
                  <a:pt x="2595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7" name=""/>
          <p:cNvSpPr/>
          <p:nvPr/>
        </p:nvSpPr>
        <p:spPr>
          <a:xfrm>
            <a:off x="75240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8" name=""/>
          <p:cNvSpPr/>
          <p:nvPr/>
        </p:nvSpPr>
        <p:spPr>
          <a:xfrm>
            <a:off x="752400" y="158112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9" name=""/>
          <p:cNvSpPr/>
          <p:nvPr/>
        </p:nvSpPr>
        <p:spPr>
          <a:xfrm>
            <a:off x="208584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0" name=""/>
          <p:cNvSpPr/>
          <p:nvPr/>
        </p:nvSpPr>
        <p:spPr>
          <a:xfrm>
            <a:off x="2095200" y="1581120"/>
            <a:ext cx="9353880" cy="9720"/>
          </a:xfrm>
          <a:custGeom>
            <a:avLst/>
            <a:gdLst/>
            <a:ahLst/>
            <a:rect l="0" t="0" r="r" b="b"/>
            <a:pathLst>
              <a:path w="25983" h="27">
                <a:moveTo>
                  <a:pt x="0" y="0"/>
                </a:moveTo>
                <a:lnTo>
                  <a:pt x="25983" y="0"/>
                </a:lnTo>
                <a:lnTo>
                  <a:pt x="259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1" name=""/>
          <p:cNvSpPr/>
          <p:nvPr/>
        </p:nvSpPr>
        <p:spPr>
          <a:xfrm>
            <a:off x="1143936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2" name=""/>
          <p:cNvSpPr/>
          <p:nvPr/>
        </p:nvSpPr>
        <p:spPr>
          <a:xfrm>
            <a:off x="752400" y="212400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3" name=""/>
          <p:cNvSpPr/>
          <p:nvPr/>
        </p:nvSpPr>
        <p:spPr>
          <a:xfrm>
            <a:off x="2095200" y="2124000"/>
            <a:ext cx="9353880" cy="9720"/>
          </a:xfrm>
          <a:custGeom>
            <a:avLst/>
            <a:gdLst/>
            <a:ahLst/>
            <a:rect l="0" t="0" r="r" b="b"/>
            <a:pathLst>
              <a:path w="25983" h="27">
                <a:moveTo>
                  <a:pt x="0" y="0"/>
                </a:moveTo>
                <a:lnTo>
                  <a:pt x="25983" y="0"/>
                </a:lnTo>
                <a:lnTo>
                  <a:pt x="259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4" name=""/>
          <p:cNvSpPr/>
          <p:nvPr/>
        </p:nvSpPr>
        <p:spPr>
          <a:xfrm>
            <a:off x="752400" y="2133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5" name=""/>
          <p:cNvSpPr/>
          <p:nvPr/>
        </p:nvSpPr>
        <p:spPr>
          <a:xfrm>
            <a:off x="2085840" y="2133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6" name=""/>
          <p:cNvSpPr/>
          <p:nvPr/>
        </p:nvSpPr>
        <p:spPr>
          <a:xfrm>
            <a:off x="11439360" y="21333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7" name=""/>
          <p:cNvSpPr/>
          <p:nvPr/>
        </p:nvSpPr>
        <p:spPr>
          <a:xfrm>
            <a:off x="752400" y="3085920"/>
            <a:ext cx="9720" cy="1362600"/>
          </a:xfrm>
          <a:custGeom>
            <a:avLst/>
            <a:gdLst/>
            <a:ahLst/>
            <a:rect l="0" t="0" r="r" b="b"/>
            <a:pathLst>
              <a:path w="27" h="3785">
                <a:moveTo>
                  <a:pt x="0" y="0"/>
                </a:moveTo>
                <a:lnTo>
                  <a:pt x="27" y="0"/>
                </a:lnTo>
                <a:lnTo>
                  <a:pt x="27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8" name=""/>
          <p:cNvSpPr/>
          <p:nvPr/>
        </p:nvSpPr>
        <p:spPr>
          <a:xfrm>
            <a:off x="752400" y="307656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9" name=""/>
          <p:cNvSpPr/>
          <p:nvPr/>
        </p:nvSpPr>
        <p:spPr>
          <a:xfrm>
            <a:off x="2085840" y="3085920"/>
            <a:ext cx="9720" cy="1362600"/>
          </a:xfrm>
          <a:custGeom>
            <a:avLst/>
            <a:gdLst/>
            <a:ahLst/>
            <a:rect l="0" t="0" r="r" b="b"/>
            <a:pathLst>
              <a:path w="27" h="3785">
                <a:moveTo>
                  <a:pt x="0" y="0"/>
                </a:moveTo>
                <a:lnTo>
                  <a:pt x="27" y="0"/>
                </a:lnTo>
                <a:lnTo>
                  <a:pt x="27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0" name=""/>
          <p:cNvSpPr/>
          <p:nvPr/>
        </p:nvSpPr>
        <p:spPr>
          <a:xfrm>
            <a:off x="2095200" y="3076560"/>
            <a:ext cx="9353880" cy="9720"/>
          </a:xfrm>
          <a:custGeom>
            <a:avLst/>
            <a:gdLst/>
            <a:ahLst/>
            <a:rect l="0" t="0" r="r" b="b"/>
            <a:pathLst>
              <a:path w="25983" h="27">
                <a:moveTo>
                  <a:pt x="0" y="0"/>
                </a:moveTo>
                <a:lnTo>
                  <a:pt x="25983" y="0"/>
                </a:lnTo>
                <a:lnTo>
                  <a:pt x="259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1" name=""/>
          <p:cNvSpPr/>
          <p:nvPr/>
        </p:nvSpPr>
        <p:spPr>
          <a:xfrm>
            <a:off x="11439360" y="3085920"/>
            <a:ext cx="9720" cy="1362600"/>
          </a:xfrm>
          <a:custGeom>
            <a:avLst/>
            <a:gdLst/>
            <a:ahLst/>
            <a:rect l="0" t="0" r="r" b="b"/>
            <a:pathLst>
              <a:path w="27" h="3785">
                <a:moveTo>
                  <a:pt x="0" y="0"/>
                </a:moveTo>
                <a:lnTo>
                  <a:pt x="27" y="0"/>
                </a:lnTo>
                <a:lnTo>
                  <a:pt x="27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2" name=""/>
          <p:cNvSpPr/>
          <p:nvPr/>
        </p:nvSpPr>
        <p:spPr>
          <a:xfrm>
            <a:off x="752400" y="4448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3" name=""/>
          <p:cNvSpPr/>
          <p:nvPr/>
        </p:nvSpPr>
        <p:spPr>
          <a:xfrm>
            <a:off x="752400" y="443844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4" name=""/>
          <p:cNvSpPr/>
          <p:nvPr/>
        </p:nvSpPr>
        <p:spPr>
          <a:xfrm>
            <a:off x="2085840" y="4448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5" name=""/>
          <p:cNvSpPr/>
          <p:nvPr/>
        </p:nvSpPr>
        <p:spPr>
          <a:xfrm>
            <a:off x="2095200" y="4438440"/>
            <a:ext cx="9353880" cy="10080"/>
          </a:xfrm>
          <a:custGeom>
            <a:avLst/>
            <a:gdLst/>
            <a:ahLst/>
            <a:rect l="0" t="0" r="r" b="b"/>
            <a:pathLst>
              <a:path w="25983" h="28">
                <a:moveTo>
                  <a:pt x="0" y="0"/>
                </a:moveTo>
                <a:lnTo>
                  <a:pt x="25983" y="0"/>
                </a:lnTo>
                <a:lnTo>
                  <a:pt x="259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6" name=""/>
          <p:cNvSpPr/>
          <p:nvPr/>
        </p:nvSpPr>
        <p:spPr>
          <a:xfrm>
            <a:off x="11439360" y="4448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7" name=""/>
          <p:cNvSpPr/>
          <p:nvPr/>
        </p:nvSpPr>
        <p:spPr>
          <a:xfrm>
            <a:off x="752400" y="499104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8" name=""/>
          <p:cNvSpPr/>
          <p:nvPr/>
        </p:nvSpPr>
        <p:spPr>
          <a:xfrm>
            <a:off x="752400" y="4981320"/>
            <a:ext cx="1343160" cy="10080"/>
          </a:xfrm>
          <a:custGeom>
            <a:avLst/>
            <a:gdLst/>
            <a:ahLst/>
            <a:rect l="0" t="0" r="r" b="b"/>
            <a:pathLst>
              <a:path w="3731" h="28">
                <a:moveTo>
                  <a:pt x="0" y="0"/>
                </a:moveTo>
                <a:lnTo>
                  <a:pt x="3731" y="0"/>
                </a:lnTo>
                <a:lnTo>
                  <a:pt x="37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9" name=""/>
          <p:cNvSpPr/>
          <p:nvPr/>
        </p:nvSpPr>
        <p:spPr>
          <a:xfrm>
            <a:off x="2085840" y="499104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0" name=""/>
          <p:cNvSpPr/>
          <p:nvPr/>
        </p:nvSpPr>
        <p:spPr>
          <a:xfrm>
            <a:off x="2095200" y="4981320"/>
            <a:ext cx="9353880" cy="10080"/>
          </a:xfrm>
          <a:custGeom>
            <a:avLst/>
            <a:gdLst/>
            <a:ahLst/>
            <a:rect l="0" t="0" r="r" b="b"/>
            <a:pathLst>
              <a:path w="25983" h="28">
                <a:moveTo>
                  <a:pt x="0" y="0"/>
                </a:moveTo>
                <a:lnTo>
                  <a:pt x="25983" y="0"/>
                </a:lnTo>
                <a:lnTo>
                  <a:pt x="259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1" name=""/>
          <p:cNvSpPr/>
          <p:nvPr/>
        </p:nvSpPr>
        <p:spPr>
          <a:xfrm>
            <a:off x="11439360" y="499104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2" name=""/>
          <p:cNvSpPr/>
          <p:nvPr/>
        </p:nvSpPr>
        <p:spPr>
          <a:xfrm>
            <a:off x="752400" y="59432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3" name=""/>
          <p:cNvSpPr/>
          <p:nvPr/>
        </p:nvSpPr>
        <p:spPr>
          <a:xfrm>
            <a:off x="752400" y="593388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4" name=""/>
          <p:cNvSpPr/>
          <p:nvPr/>
        </p:nvSpPr>
        <p:spPr>
          <a:xfrm>
            <a:off x="2085840" y="59432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5" name=""/>
          <p:cNvSpPr/>
          <p:nvPr/>
        </p:nvSpPr>
        <p:spPr>
          <a:xfrm>
            <a:off x="2095200" y="5933880"/>
            <a:ext cx="9353880" cy="9720"/>
          </a:xfrm>
          <a:custGeom>
            <a:avLst/>
            <a:gdLst/>
            <a:ahLst/>
            <a:rect l="0" t="0" r="r" b="b"/>
            <a:pathLst>
              <a:path w="25983" h="27">
                <a:moveTo>
                  <a:pt x="0" y="0"/>
                </a:moveTo>
                <a:lnTo>
                  <a:pt x="25983" y="0"/>
                </a:lnTo>
                <a:lnTo>
                  <a:pt x="259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6" name=""/>
          <p:cNvSpPr/>
          <p:nvPr/>
        </p:nvSpPr>
        <p:spPr>
          <a:xfrm>
            <a:off x="11439360" y="59432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7" name=""/>
          <p:cNvSpPr/>
          <p:nvPr/>
        </p:nvSpPr>
        <p:spPr>
          <a:xfrm>
            <a:off x="752400" y="6467400"/>
            <a:ext cx="1343160" cy="9720"/>
          </a:xfrm>
          <a:custGeom>
            <a:avLst/>
            <a:gdLst/>
            <a:ahLst/>
            <a:rect l="0" t="0" r="r" b="b"/>
            <a:pathLst>
              <a:path w="3731" h="27">
                <a:moveTo>
                  <a:pt x="0" y="0"/>
                </a:moveTo>
                <a:lnTo>
                  <a:pt x="3731" y="0"/>
                </a:lnTo>
                <a:lnTo>
                  <a:pt x="37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8" name=""/>
          <p:cNvSpPr/>
          <p:nvPr/>
        </p:nvSpPr>
        <p:spPr>
          <a:xfrm>
            <a:off x="2095200" y="6467400"/>
            <a:ext cx="9353880" cy="9720"/>
          </a:xfrm>
          <a:custGeom>
            <a:avLst/>
            <a:gdLst/>
            <a:ahLst/>
            <a:rect l="0" t="0" r="r" b="b"/>
            <a:pathLst>
              <a:path w="25983" h="27">
                <a:moveTo>
                  <a:pt x="0" y="0"/>
                </a:moveTo>
                <a:lnTo>
                  <a:pt x="25983" y="0"/>
                </a:lnTo>
                <a:lnTo>
                  <a:pt x="259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47720" y="718200"/>
            <a:ext cx="6188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480" b="1" u="none" strike="noStrike">
                <a:solidFill>
                  <a:srgbClr val="224466"/>
                </a:solidFill>
                <a:effectLst/>
                <a:uFillTx/>
                <a:latin typeface="HiraKakuProN-W6"/>
                <a:ea typeface="HiraKakuProN-W6"/>
              </a:rPr>
              <a:t>現在の主な仕様まとめ・参照先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146960" y="165744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項⽬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6490440" y="165744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内容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880920" y="220032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初期配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880920" y="261000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222280" y="2200320"/>
            <a:ext cx="91036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ランダム配置（最⼩距離・周期境界考慮）、失敗時は全体を再試⾏（回数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222280" y="2610000"/>
            <a:ext cx="137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上限あり）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880920" y="315288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パラメ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880920" y="356220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ータ検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8" name=""/>
          <p:cNvSpPr/>
          <p:nvPr/>
        </p:nvSpPr>
        <p:spPr>
          <a:xfrm>
            <a:off x="2225880" y="3438360"/>
            <a:ext cx="217080" cy="214920"/>
          </a:xfrm>
          <a:custGeom>
            <a:avLst/>
            <a:gdLst/>
            <a:ahLst/>
            <a:rect l="0" t="0" r="r" b="b"/>
            <a:pathLst>
              <a:path w="603" h="597">
                <a:moveTo>
                  <a:pt x="17" y="211"/>
                </a:moveTo>
                <a:cubicBezTo>
                  <a:pt x="6" y="211"/>
                  <a:pt x="0" y="209"/>
                  <a:pt x="0" y="204"/>
                </a:cubicBezTo>
                <a:cubicBezTo>
                  <a:pt x="0" y="201"/>
                  <a:pt x="5" y="185"/>
                  <a:pt x="14" y="155"/>
                </a:cubicBezTo>
                <a:cubicBezTo>
                  <a:pt x="24" y="125"/>
                  <a:pt x="34" y="95"/>
                  <a:pt x="44" y="66"/>
                </a:cubicBezTo>
                <a:lnTo>
                  <a:pt x="59" y="23"/>
                </a:lnTo>
                <a:cubicBezTo>
                  <a:pt x="62" y="12"/>
                  <a:pt x="66" y="5"/>
                  <a:pt x="71" y="0"/>
                </a:cubicBezTo>
                <a:lnTo>
                  <a:pt x="484" y="0"/>
                </a:lnTo>
                <a:lnTo>
                  <a:pt x="563" y="0"/>
                </a:lnTo>
                <a:cubicBezTo>
                  <a:pt x="582" y="0"/>
                  <a:pt x="593" y="0"/>
                  <a:pt x="597" y="1"/>
                </a:cubicBezTo>
                <a:cubicBezTo>
                  <a:pt x="600" y="1"/>
                  <a:pt x="602" y="4"/>
                  <a:pt x="603" y="9"/>
                </a:cubicBezTo>
                <a:cubicBezTo>
                  <a:pt x="603" y="12"/>
                  <a:pt x="598" y="46"/>
                  <a:pt x="588" y="109"/>
                </a:cubicBezTo>
                <a:cubicBezTo>
                  <a:pt x="578" y="173"/>
                  <a:pt x="572" y="205"/>
                  <a:pt x="571" y="205"/>
                </a:cubicBezTo>
                <a:cubicBezTo>
                  <a:pt x="571" y="209"/>
                  <a:pt x="566" y="211"/>
                  <a:pt x="555" y="211"/>
                </a:cubicBezTo>
                <a:cubicBezTo>
                  <a:pt x="549" y="211"/>
                  <a:pt x="546" y="211"/>
                  <a:pt x="544" y="211"/>
                </a:cubicBezTo>
                <a:cubicBezTo>
                  <a:pt x="542" y="211"/>
                  <a:pt x="540" y="210"/>
                  <a:pt x="539" y="207"/>
                </a:cubicBezTo>
                <a:lnTo>
                  <a:pt x="537" y="204"/>
                </a:lnTo>
                <a:cubicBezTo>
                  <a:pt x="537" y="201"/>
                  <a:pt x="539" y="188"/>
                  <a:pt x="542" y="165"/>
                </a:cubicBezTo>
                <a:cubicBezTo>
                  <a:pt x="546" y="142"/>
                  <a:pt x="547" y="124"/>
                  <a:pt x="547" y="111"/>
                </a:cubicBezTo>
                <a:cubicBezTo>
                  <a:pt x="547" y="90"/>
                  <a:pt x="544" y="75"/>
                  <a:pt x="536" y="64"/>
                </a:cubicBezTo>
                <a:cubicBezTo>
                  <a:pt x="528" y="54"/>
                  <a:pt x="512" y="46"/>
                  <a:pt x="488" y="42"/>
                </a:cubicBezTo>
                <a:cubicBezTo>
                  <a:pt x="485" y="42"/>
                  <a:pt x="468" y="41"/>
                  <a:pt x="436" y="40"/>
                </a:cubicBezTo>
                <a:cubicBezTo>
                  <a:pt x="409" y="40"/>
                  <a:pt x="392" y="41"/>
                  <a:pt x="385" y="41"/>
                </a:cubicBezTo>
                <a:cubicBezTo>
                  <a:pt x="378" y="42"/>
                  <a:pt x="373" y="44"/>
                  <a:pt x="369" y="48"/>
                </a:cubicBezTo>
                <a:cubicBezTo>
                  <a:pt x="369" y="49"/>
                  <a:pt x="348" y="131"/>
                  <a:pt x="307" y="295"/>
                </a:cubicBezTo>
                <a:cubicBezTo>
                  <a:pt x="266" y="459"/>
                  <a:pt x="245" y="542"/>
                  <a:pt x="245" y="545"/>
                </a:cubicBezTo>
                <a:cubicBezTo>
                  <a:pt x="245" y="552"/>
                  <a:pt x="271" y="556"/>
                  <a:pt x="323" y="557"/>
                </a:cubicBezTo>
                <a:cubicBezTo>
                  <a:pt x="342" y="557"/>
                  <a:pt x="354" y="557"/>
                  <a:pt x="359" y="558"/>
                </a:cubicBezTo>
                <a:cubicBezTo>
                  <a:pt x="364" y="558"/>
                  <a:pt x="367" y="561"/>
                  <a:pt x="367" y="566"/>
                </a:cubicBezTo>
                <a:cubicBezTo>
                  <a:pt x="367" y="569"/>
                  <a:pt x="366" y="573"/>
                  <a:pt x="364" y="578"/>
                </a:cubicBezTo>
                <a:cubicBezTo>
                  <a:pt x="362" y="589"/>
                  <a:pt x="359" y="595"/>
                  <a:pt x="356" y="597"/>
                </a:cubicBezTo>
                <a:lnTo>
                  <a:pt x="355" y="597"/>
                </a:lnTo>
                <a:cubicBezTo>
                  <a:pt x="353" y="597"/>
                  <a:pt x="351" y="597"/>
                  <a:pt x="348" y="597"/>
                </a:cubicBezTo>
                <a:cubicBezTo>
                  <a:pt x="345" y="597"/>
                  <a:pt x="330" y="597"/>
                  <a:pt x="303" y="597"/>
                </a:cubicBezTo>
                <a:cubicBezTo>
                  <a:pt x="275" y="596"/>
                  <a:pt x="235" y="596"/>
                  <a:pt x="184" y="596"/>
                </a:cubicBezTo>
                <a:cubicBezTo>
                  <a:pt x="107" y="596"/>
                  <a:pt x="59" y="596"/>
                  <a:pt x="38" y="597"/>
                </a:cubicBezTo>
                <a:lnTo>
                  <a:pt x="25" y="597"/>
                </a:lnTo>
                <a:cubicBezTo>
                  <a:pt x="21" y="594"/>
                  <a:pt x="20" y="591"/>
                  <a:pt x="20" y="589"/>
                </a:cubicBezTo>
                <a:cubicBezTo>
                  <a:pt x="20" y="588"/>
                  <a:pt x="20" y="582"/>
                  <a:pt x="21" y="574"/>
                </a:cubicBezTo>
                <a:cubicBezTo>
                  <a:pt x="24" y="566"/>
                  <a:pt x="27" y="560"/>
                  <a:pt x="30" y="557"/>
                </a:cubicBezTo>
                <a:lnTo>
                  <a:pt x="55" y="557"/>
                </a:lnTo>
                <a:lnTo>
                  <a:pt x="65" y="557"/>
                </a:lnTo>
                <a:cubicBezTo>
                  <a:pt x="112" y="557"/>
                  <a:pt x="140" y="554"/>
                  <a:pt x="149" y="549"/>
                </a:cubicBezTo>
                <a:cubicBezTo>
                  <a:pt x="150" y="548"/>
                  <a:pt x="150" y="548"/>
                  <a:pt x="151" y="548"/>
                </a:cubicBezTo>
                <a:cubicBezTo>
                  <a:pt x="154" y="546"/>
                  <a:pt x="157" y="540"/>
                  <a:pt x="160" y="530"/>
                </a:cubicBezTo>
                <a:cubicBezTo>
                  <a:pt x="163" y="520"/>
                  <a:pt x="174" y="474"/>
                  <a:pt x="195" y="392"/>
                </a:cubicBezTo>
                <a:cubicBezTo>
                  <a:pt x="205" y="352"/>
                  <a:pt x="213" y="320"/>
                  <a:pt x="220" y="294"/>
                </a:cubicBezTo>
                <a:cubicBezTo>
                  <a:pt x="261" y="132"/>
                  <a:pt x="281" y="49"/>
                  <a:pt x="281" y="46"/>
                </a:cubicBezTo>
                <a:cubicBezTo>
                  <a:pt x="281" y="43"/>
                  <a:pt x="273" y="41"/>
                  <a:pt x="256" y="41"/>
                </a:cubicBezTo>
                <a:lnTo>
                  <a:pt x="229" y="41"/>
                </a:lnTo>
                <a:cubicBezTo>
                  <a:pt x="189" y="41"/>
                  <a:pt x="163" y="43"/>
                  <a:pt x="151" y="47"/>
                </a:cubicBezTo>
                <a:cubicBezTo>
                  <a:pt x="124" y="53"/>
                  <a:pt x="103" y="65"/>
                  <a:pt x="88" y="83"/>
                </a:cubicBezTo>
                <a:cubicBezTo>
                  <a:pt x="74" y="101"/>
                  <a:pt x="58" y="135"/>
                  <a:pt x="41" y="185"/>
                </a:cubicBezTo>
                <a:cubicBezTo>
                  <a:pt x="37" y="198"/>
                  <a:pt x="34" y="206"/>
                  <a:pt x="32" y="208"/>
                </a:cubicBezTo>
                <a:cubicBezTo>
                  <a:pt x="30" y="210"/>
                  <a:pt x="26" y="211"/>
                  <a:pt x="20" y="211"/>
                </a:cubicBezTo>
                <a:lnTo>
                  <a:pt x="17" y="21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9" name=""/>
          <p:cNvSpPr/>
          <p:nvPr/>
        </p:nvSpPr>
        <p:spPr>
          <a:xfrm>
            <a:off x="2557080" y="3481920"/>
            <a:ext cx="194040" cy="184320"/>
          </a:xfrm>
          <a:custGeom>
            <a:avLst/>
            <a:gdLst/>
            <a:ahLst/>
            <a:rect l="0" t="0" r="r" b="b"/>
            <a:pathLst>
              <a:path w="539" h="512">
                <a:moveTo>
                  <a:pt x="1" y="17"/>
                </a:moveTo>
                <a:cubicBezTo>
                  <a:pt x="1" y="13"/>
                  <a:pt x="2" y="9"/>
                  <a:pt x="4" y="6"/>
                </a:cubicBezTo>
                <a:cubicBezTo>
                  <a:pt x="7" y="3"/>
                  <a:pt x="9" y="1"/>
                  <a:pt x="11" y="1"/>
                </a:cubicBezTo>
                <a:lnTo>
                  <a:pt x="14" y="0"/>
                </a:lnTo>
                <a:cubicBezTo>
                  <a:pt x="18" y="0"/>
                  <a:pt x="63" y="20"/>
                  <a:pt x="150" y="60"/>
                </a:cubicBezTo>
                <a:cubicBezTo>
                  <a:pt x="237" y="101"/>
                  <a:pt x="322" y="141"/>
                  <a:pt x="407" y="181"/>
                </a:cubicBezTo>
                <a:lnTo>
                  <a:pt x="533" y="242"/>
                </a:lnTo>
                <a:cubicBezTo>
                  <a:pt x="537" y="245"/>
                  <a:pt x="539" y="249"/>
                  <a:pt x="539" y="255"/>
                </a:cubicBezTo>
                <a:cubicBezTo>
                  <a:pt x="539" y="261"/>
                  <a:pt x="537" y="265"/>
                  <a:pt x="533" y="268"/>
                </a:cubicBezTo>
                <a:cubicBezTo>
                  <a:pt x="532" y="270"/>
                  <a:pt x="446" y="311"/>
                  <a:pt x="276" y="392"/>
                </a:cubicBezTo>
                <a:lnTo>
                  <a:pt x="21" y="512"/>
                </a:lnTo>
                <a:lnTo>
                  <a:pt x="16" y="512"/>
                </a:lnTo>
                <a:cubicBezTo>
                  <a:pt x="5" y="510"/>
                  <a:pt x="0" y="505"/>
                  <a:pt x="0" y="494"/>
                </a:cubicBezTo>
                <a:cubicBezTo>
                  <a:pt x="0" y="493"/>
                  <a:pt x="0" y="493"/>
                  <a:pt x="0" y="491"/>
                </a:cubicBezTo>
                <a:cubicBezTo>
                  <a:pt x="-1" y="487"/>
                  <a:pt x="4" y="483"/>
                  <a:pt x="13" y="477"/>
                </a:cubicBezTo>
                <a:cubicBezTo>
                  <a:pt x="24" y="471"/>
                  <a:pt x="68" y="450"/>
                  <a:pt x="145" y="414"/>
                </a:cubicBezTo>
                <a:cubicBezTo>
                  <a:pt x="192" y="392"/>
                  <a:pt x="230" y="374"/>
                  <a:pt x="261" y="360"/>
                </a:cubicBezTo>
                <a:lnTo>
                  <a:pt x="479" y="255"/>
                </a:lnTo>
                <a:lnTo>
                  <a:pt x="261" y="151"/>
                </a:lnTo>
                <a:cubicBezTo>
                  <a:pt x="91" y="71"/>
                  <a:pt x="5" y="30"/>
                  <a:pt x="2" y="27"/>
                </a:cubicBezTo>
                <a:cubicBezTo>
                  <a:pt x="1" y="25"/>
                  <a:pt x="1" y="21"/>
                  <a:pt x="1" y="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0" name=""/>
          <p:cNvSpPr/>
          <p:nvPr/>
        </p:nvSpPr>
        <p:spPr>
          <a:xfrm>
            <a:off x="2877840" y="344196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0" y="71"/>
                </a:moveTo>
                <a:cubicBezTo>
                  <a:pt x="83" y="23"/>
                  <a:pt x="128" y="0"/>
                  <a:pt x="185" y="0"/>
                </a:cubicBezTo>
                <a:cubicBezTo>
                  <a:pt x="213" y="0"/>
                  <a:pt x="242" y="7"/>
                  <a:pt x="270" y="23"/>
                </a:cubicBezTo>
                <a:cubicBezTo>
                  <a:pt x="298" y="38"/>
                  <a:pt x="321" y="65"/>
                  <a:pt x="340" y="104"/>
                </a:cubicBezTo>
                <a:cubicBezTo>
                  <a:pt x="361" y="152"/>
                  <a:pt x="372" y="219"/>
                  <a:pt x="372" y="304"/>
                </a:cubicBezTo>
                <a:cubicBezTo>
                  <a:pt x="372" y="396"/>
                  <a:pt x="360" y="466"/>
                  <a:pt x="334" y="514"/>
                </a:cubicBezTo>
                <a:cubicBezTo>
                  <a:pt x="322" y="539"/>
                  <a:pt x="305" y="559"/>
                  <a:pt x="285" y="573"/>
                </a:cubicBezTo>
                <a:cubicBezTo>
                  <a:pt x="264" y="588"/>
                  <a:pt x="246" y="597"/>
                  <a:pt x="231" y="601"/>
                </a:cubicBezTo>
                <a:cubicBezTo>
                  <a:pt x="216" y="604"/>
                  <a:pt x="201" y="606"/>
                  <a:pt x="186" y="607"/>
                </a:cubicBezTo>
                <a:cubicBezTo>
                  <a:pt x="171" y="607"/>
                  <a:pt x="156" y="605"/>
                  <a:pt x="140" y="602"/>
                </a:cubicBezTo>
                <a:cubicBezTo>
                  <a:pt x="125" y="598"/>
                  <a:pt x="107" y="589"/>
                  <a:pt x="87" y="573"/>
                </a:cubicBezTo>
                <a:cubicBezTo>
                  <a:pt x="66" y="558"/>
                  <a:pt x="50" y="538"/>
                  <a:pt x="38" y="514"/>
                </a:cubicBezTo>
                <a:cubicBezTo>
                  <a:pt x="13" y="466"/>
                  <a:pt x="0" y="396"/>
                  <a:pt x="0" y="304"/>
                </a:cubicBezTo>
                <a:cubicBezTo>
                  <a:pt x="0" y="202"/>
                  <a:pt x="17" y="124"/>
                  <a:pt x="50" y="71"/>
                </a:cubicBezTo>
                <a:moveTo>
                  <a:pt x="249" y="60"/>
                </a:moveTo>
                <a:cubicBezTo>
                  <a:pt x="231" y="42"/>
                  <a:pt x="210" y="32"/>
                  <a:pt x="186" y="32"/>
                </a:cubicBezTo>
                <a:cubicBezTo>
                  <a:pt x="161" y="32"/>
                  <a:pt x="140" y="42"/>
                  <a:pt x="123" y="60"/>
                </a:cubicBezTo>
                <a:cubicBezTo>
                  <a:pt x="108" y="76"/>
                  <a:pt x="98" y="97"/>
                  <a:pt x="94" y="124"/>
                </a:cubicBezTo>
                <a:cubicBezTo>
                  <a:pt x="89" y="151"/>
                  <a:pt x="87" y="207"/>
                  <a:pt x="87" y="293"/>
                </a:cubicBezTo>
                <a:cubicBezTo>
                  <a:pt x="87" y="386"/>
                  <a:pt x="89" y="448"/>
                  <a:pt x="94" y="477"/>
                </a:cubicBezTo>
                <a:cubicBezTo>
                  <a:pt x="98" y="507"/>
                  <a:pt x="109" y="530"/>
                  <a:pt x="125" y="547"/>
                </a:cubicBezTo>
                <a:cubicBezTo>
                  <a:pt x="142" y="565"/>
                  <a:pt x="162" y="573"/>
                  <a:pt x="186" y="573"/>
                </a:cubicBezTo>
                <a:cubicBezTo>
                  <a:pt x="210" y="573"/>
                  <a:pt x="230" y="565"/>
                  <a:pt x="246" y="547"/>
                </a:cubicBezTo>
                <a:cubicBezTo>
                  <a:pt x="263" y="529"/>
                  <a:pt x="274" y="505"/>
                  <a:pt x="278" y="473"/>
                </a:cubicBezTo>
                <a:cubicBezTo>
                  <a:pt x="282" y="441"/>
                  <a:pt x="284" y="381"/>
                  <a:pt x="285" y="293"/>
                </a:cubicBezTo>
                <a:cubicBezTo>
                  <a:pt x="285" y="208"/>
                  <a:pt x="282" y="152"/>
                  <a:pt x="278" y="125"/>
                </a:cubicBezTo>
                <a:cubicBezTo>
                  <a:pt x="273" y="98"/>
                  <a:pt x="263" y="76"/>
                  <a:pt x="249" y="6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880920" y="398160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証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2" name=""/>
          <p:cNvSpPr/>
          <p:nvPr/>
        </p:nvSpPr>
        <p:spPr>
          <a:xfrm>
            <a:off x="3143520" y="3438360"/>
            <a:ext cx="272160" cy="217080"/>
          </a:xfrm>
          <a:custGeom>
            <a:avLst/>
            <a:gdLst/>
            <a:ahLst/>
            <a:rect l="0" t="0" r="r" b="b"/>
            <a:pathLst>
              <a:path w="756" h="603">
                <a:moveTo>
                  <a:pt x="179" y="40"/>
                </a:moveTo>
                <a:cubicBezTo>
                  <a:pt x="177" y="40"/>
                  <a:pt x="175" y="40"/>
                  <a:pt x="172" y="40"/>
                </a:cubicBezTo>
                <a:cubicBezTo>
                  <a:pt x="157" y="40"/>
                  <a:pt x="148" y="40"/>
                  <a:pt x="145" y="40"/>
                </a:cubicBezTo>
                <a:cubicBezTo>
                  <a:pt x="142" y="39"/>
                  <a:pt x="141" y="36"/>
                  <a:pt x="141" y="30"/>
                </a:cubicBezTo>
                <a:cubicBezTo>
                  <a:pt x="141" y="14"/>
                  <a:pt x="144" y="4"/>
                  <a:pt x="151" y="1"/>
                </a:cubicBezTo>
                <a:cubicBezTo>
                  <a:pt x="152" y="0"/>
                  <a:pt x="180" y="0"/>
                  <a:pt x="236" y="0"/>
                </a:cubicBezTo>
                <a:cubicBezTo>
                  <a:pt x="281" y="0"/>
                  <a:pt x="307" y="0"/>
                  <a:pt x="314" y="0"/>
                </a:cubicBezTo>
                <a:cubicBezTo>
                  <a:pt x="320" y="0"/>
                  <a:pt x="324" y="2"/>
                  <a:pt x="326" y="5"/>
                </a:cubicBezTo>
                <a:cubicBezTo>
                  <a:pt x="450" y="297"/>
                  <a:pt x="513" y="447"/>
                  <a:pt x="515" y="455"/>
                </a:cubicBezTo>
                <a:lnTo>
                  <a:pt x="563" y="266"/>
                </a:lnTo>
                <a:cubicBezTo>
                  <a:pt x="594" y="142"/>
                  <a:pt x="610" y="76"/>
                  <a:pt x="610" y="68"/>
                </a:cubicBezTo>
                <a:cubicBezTo>
                  <a:pt x="610" y="52"/>
                  <a:pt x="591" y="43"/>
                  <a:pt x="553" y="40"/>
                </a:cubicBezTo>
                <a:cubicBezTo>
                  <a:pt x="539" y="40"/>
                  <a:pt x="532" y="37"/>
                  <a:pt x="532" y="31"/>
                </a:cubicBezTo>
                <a:cubicBezTo>
                  <a:pt x="532" y="30"/>
                  <a:pt x="533" y="26"/>
                  <a:pt x="534" y="20"/>
                </a:cubicBezTo>
                <a:cubicBezTo>
                  <a:pt x="536" y="11"/>
                  <a:pt x="538" y="5"/>
                  <a:pt x="539" y="3"/>
                </a:cubicBezTo>
                <a:cubicBezTo>
                  <a:pt x="540" y="2"/>
                  <a:pt x="543" y="1"/>
                  <a:pt x="548" y="0"/>
                </a:cubicBezTo>
                <a:cubicBezTo>
                  <a:pt x="550" y="0"/>
                  <a:pt x="559" y="0"/>
                  <a:pt x="575" y="1"/>
                </a:cubicBezTo>
                <a:cubicBezTo>
                  <a:pt x="592" y="1"/>
                  <a:pt x="616" y="2"/>
                  <a:pt x="648" y="3"/>
                </a:cubicBezTo>
                <a:cubicBezTo>
                  <a:pt x="678" y="3"/>
                  <a:pt x="700" y="2"/>
                  <a:pt x="716" y="2"/>
                </a:cubicBezTo>
                <a:cubicBezTo>
                  <a:pt x="732" y="1"/>
                  <a:pt x="740" y="1"/>
                  <a:pt x="743" y="1"/>
                </a:cubicBezTo>
                <a:cubicBezTo>
                  <a:pt x="752" y="1"/>
                  <a:pt x="756" y="4"/>
                  <a:pt x="756" y="10"/>
                </a:cubicBezTo>
                <a:cubicBezTo>
                  <a:pt x="756" y="23"/>
                  <a:pt x="754" y="31"/>
                  <a:pt x="749" y="36"/>
                </a:cubicBezTo>
                <a:cubicBezTo>
                  <a:pt x="748" y="39"/>
                  <a:pt x="741" y="40"/>
                  <a:pt x="730" y="40"/>
                </a:cubicBezTo>
                <a:cubicBezTo>
                  <a:pt x="687" y="43"/>
                  <a:pt x="661" y="55"/>
                  <a:pt x="650" y="76"/>
                </a:cubicBezTo>
                <a:lnTo>
                  <a:pt x="519" y="597"/>
                </a:lnTo>
                <a:cubicBezTo>
                  <a:pt x="518" y="601"/>
                  <a:pt x="512" y="603"/>
                  <a:pt x="500" y="603"/>
                </a:cubicBezTo>
                <a:cubicBezTo>
                  <a:pt x="492" y="603"/>
                  <a:pt x="487" y="602"/>
                  <a:pt x="485" y="601"/>
                </a:cubicBezTo>
                <a:cubicBezTo>
                  <a:pt x="484" y="599"/>
                  <a:pt x="446" y="510"/>
                  <a:pt x="372" y="333"/>
                </a:cubicBezTo>
                <a:lnTo>
                  <a:pt x="260" y="70"/>
                </a:lnTo>
                <a:lnTo>
                  <a:pt x="203" y="299"/>
                </a:lnTo>
                <a:cubicBezTo>
                  <a:pt x="164" y="450"/>
                  <a:pt x="145" y="528"/>
                  <a:pt x="145" y="533"/>
                </a:cubicBezTo>
                <a:cubicBezTo>
                  <a:pt x="148" y="553"/>
                  <a:pt x="169" y="562"/>
                  <a:pt x="209" y="562"/>
                </a:cubicBezTo>
                <a:lnTo>
                  <a:pt x="217" y="562"/>
                </a:lnTo>
                <a:cubicBezTo>
                  <a:pt x="221" y="565"/>
                  <a:pt x="223" y="568"/>
                  <a:pt x="223" y="569"/>
                </a:cubicBezTo>
                <a:cubicBezTo>
                  <a:pt x="223" y="571"/>
                  <a:pt x="222" y="577"/>
                  <a:pt x="221" y="586"/>
                </a:cubicBezTo>
                <a:cubicBezTo>
                  <a:pt x="219" y="594"/>
                  <a:pt x="216" y="599"/>
                  <a:pt x="212" y="603"/>
                </a:cubicBezTo>
                <a:lnTo>
                  <a:pt x="201" y="603"/>
                </a:lnTo>
                <a:cubicBezTo>
                  <a:pt x="183" y="602"/>
                  <a:pt x="151" y="601"/>
                  <a:pt x="106" y="601"/>
                </a:cubicBezTo>
                <a:cubicBezTo>
                  <a:pt x="89" y="601"/>
                  <a:pt x="74" y="601"/>
                  <a:pt x="61" y="601"/>
                </a:cubicBezTo>
                <a:cubicBezTo>
                  <a:pt x="47" y="601"/>
                  <a:pt x="36" y="601"/>
                  <a:pt x="28" y="601"/>
                </a:cubicBezTo>
                <a:cubicBezTo>
                  <a:pt x="20" y="601"/>
                  <a:pt x="15" y="601"/>
                  <a:pt x="13" y="602"/>
                </a:cubicBezTo>
                <a:cubicBezTo>
                  <a:pt x="4" y="602"/>
                  <a:pt x="0" y="599"/>
                  <a:pt x="0" y="594"/>
                </a:cubicBezTo>
                <a:cubicBezTo>
                  <a:pt x="0" y="592"/>
                  <a:pt x="1" y="587"/>
                  <a:pt x="2" y="580"/>
                </a:cubicBezTo>
                <a:cubicBezTo>
                  <a:pt x="4" y="573"/>
                  <a:pt x="6" y="569"/>
                  <a:pt x="7" y="568"/>
                </a:cubicBezTo>
                <a:cubicBezTo>
                  <a:pt x="8" y="564"/>
                  <a:pt x="15" y="562"/>
                  <a:pt x="27" y="562"/>
                </a:cubicBezTo>
                <a:cubicBezTo>
                  <a:pt x="67" y="560"/>
                  <a:pt x="93" y="549"/>
                  <a:pt x="105" y="528"/>
                </a:cubicBezTo>
                <a:cubicBezTo>
                  <a:pt x="107" y="524"/>
                  <a:pt x="128" y="443"/>
                  <a:pt x="167" y="283"/>
                </a:cubicBezTo>
                <a:lnTo>
                  <a:pt x="227" y="43"/>
                </a:lnTo>
                <a:cubicBezTo>
                  <a:pt x="226" y="43"/>
                  <a:pt x="210" y="42"/>
                  <a:pt x="179" y="4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3" name=""/>
          <p:cNvSpPr/>
          <p:nvPr/>
        </p:nvSpPr>
        <p:spPr>
          <a:xfrm>
            <a:off x="3529800" y="3483720"/>
            <a:ext cx="194040" cy="184320"/>
          </a:xfrm>
          <a:custGeom>
            <a:avLst/>
            <a:gdLst/>
            <a:ahLst/>
            <a:rect l="0" t="0" r="r" b="b"/>
            <a:pathLst>
              <a:path w="539" h="512">
                <a:moveTo>
                  <a:pt x="1" y="18"/>
                </a:moveTo>
                <a:cubicBezTo>
                  <a:pt x="1" y="13"/>
                  <a:pt x="2" y="9"/>
                  <a:pt x="4" y="6"/>
                </a:cubicBezTo>
                <a:cubicBezTo>
                  <a:pt x="7" y="3"/>
                  <a:pt x="9" y="1"/>
                  <a:pt x="11" y="1"/>
                </a:cubicBezTo>
                <a:lnTo>
                  <a:pt x="14" y="0"/>
                </a:lnTo>
                <a:cubicBezTo>
                  <a:pt x="18" y="0"/>
                  <a:pt x="63" y="20"/>
                  <a:pt x="151" y="61"/>
                </a:cubicBezTo>
                <a:cubicBezTo>
                  <a:pt x="237" y="101"/>
                  <a:pt x="323" y="142"/>
                  <a:pt x="407" y="181"/>
                </a:cubicBezTo>
                <a:lnTo>
                  <a:pt x="533" y="242"/>
                </a:lnTo>
                <a:cubicBezTo>
                  <a:pt x="537" y="245"/>
                  <a:pt x="539" y="250"/>
                  <a:pt x="539" y="255"/>
                </a:cubicBezTo>
                <a:cubicBezTo>
                  <a:pt x="539" y="261"/>
                  <a:pt x="537" y="266"/>
                  <a:pt x="533" y="269"/>
                </a:cubicBezTo>
                <a:cubicBezTo>
                  <a:pt x="532" y="270"/>
                  <a:pt x="446" y="312"/>
                  <a:pt x="276" y="392"/>
                </a:cubicBezTo>
                <a:lnTo>
                  <a:pt x="21" y="512"/>
                </a:lnTo>
                <a:lnTo>
                  <a:pt x="16" y="512"/>
                </a:lnTo>
                <a:cubicBezTo>
                  <a:pt x="5" y="511"/>
                  <a:pt x="0" y="505"/>
                  <a:pt x="0" y="494"/>
                </a:cubicBezTo>
                <a:cubicBezTo>
                  <a:pt x="0" y="494"/>
                  <a:pt x="0" y="493"/>
                  <a:pt x="0" y="492"/>
                </a:cubicBezTo>
                <a:cubicBezTo>
                  <a:pt x="-1" y="488"/>
                  <a:pt x="4" y="483"/>
                  <a:pt x="13" y="478"/>
                </a:cubicBezTo>
                <a:cubicBezTo>
                  <a:pt x="24" y="472"/>
                  <a:pt x="68" y="451"/>
                  <a:pt x="145" y="414"/>
                </a:cubicBezTo>
                <a:cubicBezTo>
                  <a:pt x="192" y="392"/>
                  <a:pt x="230" y="375"/>
                  <a:pt x="261" y="360"/>
                </a:cubicBezTo>
                <a:lnTo>
                  <a:pt x="479" y="255"/>
                </a:lnTo>
                <a:lnTo>
                  <a:pt x="261" y="152"/>
                </a:lnTo>
                <a:cubicBezTo>
                  <a:pt x="91" y="72"/>
                  <a:pt x="5" y="30"/>
                  <a:pt x="3" y="27"/>
                </a:cubicBezTo>
                <a:cubicBezTo>
                  <a:pt x="1" y="25"/>
                  <a:pt x="1" y="22"/>
                  <a:pt x="1" y="1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4" name=""/>
          <p:cNvSpPr/>
          <p:nvPr/>
        </p:nvSpPr>
        <p:spPr>
          <a:xfrm>
            <a:off x="3850560" y="3443760"/>
            <a:ext cx="133920" cy="218520"/>
          </a:xfrm>
          <a:custGeom>
            <a:avLst/>
            <a:gdLst/>
            <a:ahLst/>
            <a:rect l="0" t="0" r="r" b="b"/>
            <a:pathLst>
              <a:path w="372" h="607">
                <a:moveTo>
                  <a:pt x="51" y="71"/>
                </a:moveTo>
                <a:cubicBezTo>
                  <a:pt x="84" y="24"/>
                  <a:pt x="129" y="0"/>
                  <a:pt x="185" y="0"/>
                </a:cubicBezTo>
                <a:cubicBezTo>
                  <a:pt x="214" y="0"/>
                  <a:pt x="243" y="8"/>
                  <a:pt x="271" y="23"/>
                </a:cubicBezTo>
                <a:cubicBezTo>
                  <a:pt x="299" y="38"/>
                  <a:pt x="322" y="65"/>
                  <a:pt x="340" y="104"/>
                </a:cubicBezTo>
                <a:cubicBezTo>
                  <a:pt x="362" y="153"/>
                  <a:pt x="372" y="220"/>
                  <a:pt x="372" y="305"/>
                </a:cubicBezTo>
                <a:cubicBezTo>
                  <a:pt x="372" y="396"/>
                  <a:pt x="360" y="466"/>
                  <a:pt x="335" y="515"/>
                </a:cubicBezTo>
                <a:cubicBezTo>
                  <a:pt x="323" y="539"/>
                  <a:pt x="307" y="559"/>
                  <a:pt x="286" y="574"/>
                </a:cubicBezTo>
                <a:cubicBezTo>
                  <a:pt x="266" y="588"/>
                  <a:pt x="248" y="597"/>
                  <a:pt x="232" y="601"/>
                </a:cubicBezTo>
                <a:cubicBezTo>
                  <a:pt x="216" y="605"/>
                  <a:pt x="201" y="607"/>
                  <a:pt x="186" y="607"/>
                </a:cubicBezTo>
                <a:cubicBezTo>
                  <a:pt x="171" y="607"/>
                  <a:pt x="156" y="605"/>
                  <a:pt x="141" y="602"/>
                </a:cubicBezTo>
                <a:cubicBezTo>
                  <a:pt x="125" y="598"/>
                  <a:pt x="107" y="589"/>
                  <a:pt x="87" y="574"/>
                </a:cubicBezTo>
                <a:cubicBezTo>
                  <a:pt x="66" y="558"/>
                  <a:pt x="50" y="539"/>
                  <a:pt x="38" y="515"/>
                </a:cubicBezTo>
                <a:cubicBezTo>
                  <a:pt x="13" y="466"/>
                  <a:pt x="0" y="396"/>
                  <a:pt x="0" y="305"/>
                </a:cubicBezTo>
                <a:cubicBezTo>
                  <a:pt x="0" y="203"/>
                  <a:pt x="17" y="125"/>
                  <a:pt x="51" y="71"/>
                </a:cubicBezTo>
                <a:moveTo>
                  <a:pt x="250" y="61"/>
                </a:moveTo>
                <a:cubicBezTo>
                  <a:pt x="232" y="42"/>
                  <a:pt x="210" y="33"/>
                  <a:pt x="186" y="33"/>
                </a:cubicBezTo>
                <a:cubicBezTo>
                  <a:pt x="162" y="33"/>
                  <a:pt x="141" y="42"/>
                  <a:pt x="123" y="61"/>
                </a:cubicBezTo>
                <a:cubicBezTo>
                  <a:pt x="108" y="76"/>
                  <a:pt x="99" y="97"/>
                  <a:pt x="94" y="124"/>
                </a:cubicBezTo>
                <a:cubicBezTo>
                  <a:pt x="89" y="151"/>
                  <a:pt x="87" y="208"/>
                  <a:pt x="87" y="293"/>
                </a:cubicBezTo>
                <a:cubicBezTo>
                  <a:pt x="87" y="386"/>
                  <a:pt x="89" y="448"/>
                  <a:pt x="94" y="478"/>
                </a:cubicBezTo>
                <a:cubicBezTo>
                  <a:pt x="99" y="507"/>
                  <a:pt x="109" y="530"/>
                  <a:pt x="126" y="547"/>
                </a:cubicBezTo>
                <a:cubicBezTo>
                  <a:pt x="142" y="565"/>
                  <a:pt x="162" y="574"/>
                  <a:pt x="186" y="574"/>
                </a:cubicBezTo>
                <a:cubicBezTo>
                  <a:pt x="210" y="574"/>
                  <a:pt x="231" y="565"/>
                  <a:pt x="247" y="547"/>
                </a:cubicBezTo>
                <a:cubicBezTo>
                  <a:pt x="264" y="530"/>
                  <a:pt x="275" y="505"/>
                  <a:pt x="279" y="473"/>
                </a:cubicBezTo>
                <a:cubicBezTo>
                  <a:pt x="283" y="442"/>
                  <a:pt x="285" y="381"/>
                  <a:pt x="286" y="293"/>
                </a:cubicBezTo>
                <a:cubicBezTo>
                  <a:pt x="286" y="208"/>
                  <a:pt x="284" y="152"/>
                  <a:pt x="279" y="125"/>
                </a:cubicBezTo>
                <a:cubicBezTo>
                  <a:pt x="274" y="98"/>
                  <a:pt x="265" y="77"/>
                  <a:pt x="250" y="6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3027600" y="33624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6" name=""/>
          <p:cNvSpPr/>
          <p:nvPr/>
        </p:nvSpPr>
        <p:spPr>
          <a:xfrm>
            <a:off x="4114440" y="3390840"/>
            <a:ext cx="1458000" cy="371880"/>
          </a:xfrm>
          <a:custGeom>
            <a:avLst/>
            <a:gdLst/>
            <a:ahLst/>
            <a:rect l="0" t="0" r="r" b="b"/>
            <a:pathLst>
              <a:path w="4050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2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3891" y="0"/>
                </a:lnTo>
                <a:cubicBezTo>
                  <a:pt x="3901" y="0"/>
                  <a:pt x="3912" y="1"/>
                  <a:pt x="3922" y="3"/>
                </a:cubicBezTo>
                <a:cubicBezTo>
                  <a:pt x="3932" y="5"/>
                  <a:pt x="3942" y="8"/>
                  <a:pt x="3952" y="12"/>
                </a:cubicBezTo>
                <a:cubicBezTo>
                  <a:pt x="3961" y="16"/>
                  <a:pt x="3970" y="21"/>
                  <a:pt x="3979" y="26"/>
                </a:cubicBezTo>
                <a:cubicBezTo>
                  <a:pt x="3988" y="32"/>
                  <a:pt x="3996" y="39"/>
                  <a:pt x="4003" y="46"/>
                </a:cubicBezTo>
                <a:cubicBezTo>
                  <a:pt x="4010" y="54"/>
                  <a:pt x="4017" y="62"/>
                  <a:pt x="4023" y="70"/>
                </a:cubicBezTo>
                <a:cubicBezTo>
                  <a:pt x="4029" y="79"/>
                  <a:pt x="4034" y="88"/>
                  <a:pt x="4038" y="98"/>
                </a:cubicBezTo>
                <a:cubicBezTo>
                  <a:pt x="4042" y="107"/>
                  <a:pt x="4045" y="117"/>
                  <a:pt x="4047" y="127"/>
                </a:cubicBezTo>
                <a:cubicBezTo>
                  <a:pt x="4049" y="138"/>
                  <a:pt x="4050" y="148"/>
                  <a:pt x="4050" y="158"/>
                </a:cubicBezTo>
                <a:lnTo>
                  <a:pt x="4050" y="874"/>
                </a:lnTo>
                <a:cubicBezTo>
                  <a:pt x="4050" y="884"/>
                  <a:pt x="4049" y="895"/>
                  <a:pt x="4047" y="905"/>
                </a:cubicBezTo>
                <a:cubicBezTo>
                  <a:pt x="4045" y="915"/>
                  <a:pt x="4042" y="925"/>
                  <a:pt x="4038" y="935"/>
                </a:cubicBezTo>
                <a:cubicBezTo>
                  <a:pt x="4034" y="944"/>
                  <a:pt x="4029" y="953"/>
                  <a:pt x="4023" y="962"/>
                </a:cubicBezTo>
                <a:cubicBezTo>
                  <a:pt x="4017" y="971"/>
                  <a:pt x="4010" y="979"/>
                  <a:pt x="4003" y="986"/>
                </a:cubicBezTo>
                <a:cubicBezTo>
                  <a:pt x="3996" y="993"/>
                  <a:pt x="3988" y="1000"/>
                  <a:pt x="3979" y="1006"/>
                </a:cubicBezTo>
                <a:cubicBezTo>
                  <a:pt x="3970" y="1012"/>
                  <a:pt x="3961" y="1016"/>
                  <a:pt x="3952" y="1020"/>
                </a:cubicBezTo>
                <a:cubicBezTo>
                  <a:pt x="3942" y="1024"/>
                  <a:pt x="3932" y="1027"/>
                  <a:pt x="3922" y="1029"/>
                </a:cubicBezTo>
                <a:cubicBezTo>
                  <a:pt x="3912" y="1032"/>
                  <a:pt x="3901" y="1033"/>
                  <a:pt x="3891" y="1033"/>
                </a:cubicBezTo>
                <a:lnTo>
                  <a:pt x="159" y="1033"/>
                </a:lnTo>
                <a:cubicBezTo>
                  <a:pt x="149" y="1033"/>
                  <a:pt x="139" y="1032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80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7" y="944"/>
                  <a:pt x="13" y="935"/>
                </a:cubicBezTo>
                <a:cubicBezTo>
                  <a:pt x="9" y="925"/>
                  <a:pt x="6" y="915"/>
                  <a:pt x="4" y="905"/>
                </a:cubicBezTo>
                <a:cubicBezTo>
                  <a:pt x="2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001040" y="33624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4204800" y="343908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N_STEPS&gt;0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9" name=""/>
          <p:cNvSpPr/>
          <p:nvPr/>
        </p:nvSpPr>
        <p:spPr>
          <a:xfrm>
            <a:off x="5676840" y="3390840"/>
            <a:ext cx="1743480" cy="371880"/>
          </a:xfrm>
          <a:custGeom>
            <a:avLst/>
            <a:gdLst/>
            <a:ahLst/>
            <a:rect l="0" t="0" r="r" b="b"/>
            <a:pathLst>
              <a:path w="4843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84" y="0"/>
                </a:lnTo>
                <a:cubicBezTo>
                  <a:pt x="4694" y="0"/>
                  <a:pt x="4705" y="1"/>
                  <a:pt x="4715" y="3"/>
                </a:cubicBezTo>
                <a:cubicBezTo>
                  <a:pt x="4725" y="5"/>
                  <a:pt x="4735" y="8"/>
                  <a:pt x="4745" y="12"/>
                </a:cubicBezTo>
                <a:cubicBezTo>
                  <a:pt x="4754" y="16"/>
                  <a:pt x="4763" y="21"/>
                  <a:pt x="4772" y="26"/>
                </a:cubicBezTo>
                <a:cubicBezTo>
                  <a:pt x="4781" y="32"/>
                  <a:pt x="4789" y="39"/>
                  <a:pt x="4796" y="46"/>
                </a:cubicBezTo>
                <a:cubicBezTo>
                  <a:pt x="4803" y="54"/>
                  <a:pt x="4810" y="62"/>
                  <a:pt x="4816" y="70"/>
                </a:cubicBezTo>
                <a:cubicBezTo>
                  <a:pt x="4822" y="79"/>
                  <a:pt x="4826" y="88"/>
                  <a:pt x="4830" y="98"/>
                </a:cubicBezTo>
                <a:cubicBezTo>
                  <a:pt x="4834" y="107"/>
                  <a:pt x="4837" y="117"/>
                  <a:pt x="4839" y="127"/>
                </a:cubicBezTo>
                <a:cubicBezTo>
                  <a:pt x="4842" y="138"/>
                  <a:pt x="4843" y="148"/>
                  <a:pt x="4843" y="158"/>
                </a:cubicBezTo>
                <a:lnTo>
                  <a:pt x="4843" y="874"/>
                </a:lnTo>
                <a:cubicBezTo>
                  <a:pt x="4843" y="884"/>
                  <a:pt x="4842" y="895"/>
                  <a:pt x="4839" y="905"/>
                </a:cubicBezTo>
                <a:cubicBezTo>
                  <a:pt x="4837" y="915"/>
                  <a:pt x="4834" y="925"/>
                  <a:pt x="4830" y="935"/>
                </a:cubicBezTo>
                <a:cubicBezTo>
                  <a:pt x="4826" y="944"/>
                  <a:pt x="4822" y="953"/>
                  <a:pt x="4816" y="962"/>
                </a:cubicBezTo>
                <a:cubicBezTo>
                  <a:pt x="4810" y="971"/>
                  <a:pt x="4803" y="979"/>
                  <a:pt x="4796" y="986"/>
                </a:cubicBezTo>
                <a:cubicBezTo>
                  <a:pt x="4789" y="993"/>
                  <a:pt x="4781" y="1000"/>
                  <a:pt x="4772" y="1006"/>
                </a:cubicBezTo>
                <a:cubicBezTo>
                  <a:pt x="4763" y="1012"/>
                  <a:pt x="4754" y="1016"/>
                  <a:pt x="4745" y="1020"/>
                </a:cubicBezTo>
                <a:cubicBezTo>
                  <a:pt x="4735" y="1024"/>
                  <a:pt x="4725" y="1027"/>
                  <a:pt x="4715" y="1029"/>
                </a:cubicBezTo>
                <a:cubicBezTo>
                  <a:pt x="4705" y="1032"/>
                  <a:pt x="4694" y="1033"/>
                  <a:pt x="4684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29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6"/>
                  <a:pt x="79" y="1012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5571000" y="33624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5775120" y="3439080"/>
            <a:ext cx="155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DELTA_MAX&gt;0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2" name=""/>
          <p:cNvSpPr/>
          <p:nvPr/>
        </p:nvSpPr>
        <p:spPr>
          <a:xfrm>
            <a:off x="7534080" y="339084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87" y="0"/>
                </a:lnTo>
                <a:cubicBezTo>
                  <a:pt x="4298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8" y="16"/>
                  <a:pt x="4367" y="21"/>
                  <a:pt x="4375" y="26"/>
                </a:cubicBezTo>
                <a:cubicBezTo>
                  <a:pt x="4384" y="32"/>
                  <a:pt x="4392" y="39"/>
                  <a:pt x="4400" y="46"/>
                </a:cubicBezTo>
                <a:cubicBezTo>
                  <a:pt x="4407" y="54"/>
                  <a:pt x="4413" y="62"/>
                  <a:pt x="4419" y="70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7"/>
                  <a:pt x="4441" y="117"/>
                  <a:pt x="4443" y="127"/>
                </a:cubicBezTo>
                <a:cubicBezTo>
                  <a:pt x="4445" y="138"/>
                  <a:pt x="4446" y="148"/>
                  <a:pt x="4446" y="158"/>
                </a:cubicBezTo>
                <a:lnTo>
                  <a:pt x="4446" y="874"/>
                </a:lnTo>
                <a:cubicBezTo>
                  <a:pt x="4446" y="884"/>
                  <a:pt x="4445" y="895"/>
                  <a:pt x="4443" y="905"/>
                </a:cubicBezTo>
                <a:cubicBezTo>
                  <a:pt x="4441" y="915"/>
                  <a:pt x="4438" y="925"/>
                  <a:pt x="4434" y="935"/>
                </a:cubicBezTo>
                <a:cubicBezTo>
                  <a:pt x="4430" y="944"/>
                  <a:pt x="4425" y="953"/>
                  <a:pt x="4419" y="962"/>
                </a:cubicBezTo>
                <a:cubicBezTo>
                  <a:pt x="4413" y="971"/>
                  <a:pt x="4407" y="979"/>
                  <a:pt x="4400" y="986"/>
                </a:cubicBezTo>
                <a:cubicBezTo>
                  <a:pt x="4392" y="993"/>
                  <a:pt x="4384" y="1000"/>
                  <a:pt x="4375" y="1006"/>
                </a:cubicBezTo>
                <a:cubicBezTo>
                  <a:pt x="4367" y="1012"/>
                  <a:pt x="4358" y="1016"/>
                  <a:pt x="4348" y="1020"/>
                </a:cubicBezTo>
                <a:cubicBezTo>
                  <a:pt x="4338" y="1024"/>
                  <a:pt x="4328" y="1027"/>
                  <a:pt x="4318" y="1029"/>
                </a:cubicBezTo>
                <a:cubicBezTo>
                  <a:pt x="4308" y="1032"/>
                  <a:pt x="4298" y="1033"/>
                  <a:pt x="4287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8" y="1016"/>
                  <a:pt x="79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7423920" y="33624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7627680" y="343908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BOX_SIZE&gt;0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5" name=""/>
          <p:cNvSpPr/>
          <p:nvPr/>
        </p:nvSpPr>
        <p:spPr>
          <a:xfrm>
            <a:off x="9248760" y="339084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0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890" y="0"/>
                </a:lnTo>
                <a:cubicBezTo>
                  <a:pt x="3900" y="0"/>
                  <a:pt x="3911" y="1"/>
                  <a:pt x="3921" y="3"/>
                </a:cubicBezTo>
                <a:cubicBezTo>
                  <a:pt x="3931" y="5"/>
                  <a:pt x="3941" y="8"/>
                  <a:pt x="3951" y="12"/>
                </a:cubicBezTo>
                <a:cubicBezTo>
                  <a:pt x="3960" y="16"/>
                  <a:pt x="3969" y="21"/>
                  <a:pt x="3978" y="26"/>
                </a:cubicBezTo>
                <a:cubicBezTo>
                  <a:pt x="3987" y="32"/>
                  <a:pt x="3995" y="39"/>
                  <a:pt x="4002" y="46"/>
                </a:cubicBezTo>
                <a:cubicBezTo>
                  <a:pt x="4010" y="54"/>
                  <a:pt x="4016" y="62"/>
                  <a:pt x="4022" y="70"/>
                </a:cubicBezTo>
                <a:cubicBezTo>
                  <a:pt x="4028" y="79"/>
                  <a:pt x="4033" y="88"/>
                  <a:pt x="4037" y="98"/>
                </a:cubicBezTo>
                <a:cubicBezTo>
                  <a:pt x="4041" y="107"/>
                  <a:pt x="4044" y="117"/>
                  <a:pt x="4046" y="127"/>
                </a:cubicBezTo>
                <a:cubicBezTo>
                  <a:pt x="4048" y="138"/>
                  <a:pt x="4049" y="148"/>
                  <a:pt x="4049" y="158"/>
                </a:cubicBezTo>
                <a:lnTo>
                  <a:pt x="4049" y="874"/>
                </a:lnTo>
                <a:cubicBezTo>
                  <a:pt x="4049" y="884"/>
                  <a:pt x="4048" y="895"/>
                  <a:pt x="4046" y="905"/>
                </a:cubicBezTo>
                <a:cubicBezTo>
                  <a:pt x="4044" y="915"/>
                  <a:pt x="4041" y="925"/>
                  <a:pt x="4037" y="935"/>
                </a:cubicBezTo>
                <a:cubicBezTo>
                  <a:pt x="4033" y="944"/>
                  <a:pt x="4028" y="953"/>
                  <a:pt x="4022" y="962"/>
                </a:cubicBezTo>
                <a:cubicBezTo>
                  <a:pt x="4016" y="971"/>
                  <a:pt x="4010" y="979"/>
                  <a:pt x="4002" y="986"/>
                </a:cubicBezTo>
                <a:cubicBezTo>
                  <a:pt x="3995" y="993"/>
                  <a:pt x="3987" y="1000"/>
                  <a:pt x="3978" y="1006"/>
                </a:cubicBezTo>
                <a:cubicBezTo>
                  <a:pt x="3969" y="1012"/>
                  <a:pt x="3960" y="1016"/>
                  <a:pt x="3951" y="1020"/>
                </a:cubicBezTo>
                <a:cubicBezTo>
                  <a:pt x="3941" y="1024"/>
                  <a:pt x="3931" y="1027"/>
                  <a:pt x="3921" y="1029"/>
                </a:cubicBezTo>
                <a:cubicBezTo>
                  <a:pt x="3911" y="1032"/>
                  <a:pt x="3900" y="1033"/>
                  <a:pt x="3890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29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6"/>
                  <a:pt x="79" y="1012"/>
                  <a:pt x="70" y="1006"/>
                </a:cubicBezTo>
                <a:cubicBezTo>
                  <a:pt x="61" y="1000"/>
                  <a:pt x="53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0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9135360" y="33624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9339120" y="343908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EPSILON≥0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8" name=""/>
          <p:cNvSpPr/>
          <p:nvPr/>
        </p:nvSpPr>
        <p:spPr>
          <a:xfrm>
            <a:off x="2219040" y="3800160"/>
            <a:ext cx="1181520" cy="371880"/>
          </a:xfrm>
          <a:custGeom>
            <a:avLst/>
            <a:gdLst/>
            <a:ahLst/>
            <a:rect l="0" t="0" r="r" b="b"/>
            <a:pathLst>
              <a:path w="3282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123" y="0"/>
                </a:lnTo>
                <a:cubicBezTo>
                  <a:pt x="3134" y="0"/>
                  <a:pt x="3144" y="1"/>
                  <a:pt x="3154" y="3"/>
                </a:cubicBezTo>
                <a:cubicBezTo>
                  <a:pt x="3165" y="5"/>
                  <a:pt x="3174" y="8"/>
                  <a:pt x="3184" y="12"/>
                </a:cubicBezTo>
                <a:cubicBezTo>
                  <a:pt x="3194" y="16"/>
                  <a:pt x="3203" y="21"/>
                  <a:pt x="3212" y="27"/>
                </a:cubicBezTo>
                <a:cubicBezTo>
                  <a:pt x="3220" y="33"/>
                  <a:pt x="3228" y="40"/>
                  <a:pt x="3236" y="47"/>
                </a:cubicBezTo>
                <a:cubicBezTo>
                  <a:pt x="3243" y="54"/>
                  <a:pt x="3250" y="62"/>
                  <a:pt x="3255" y="71"/>
                </a:cubicBezTo>
                <a:cubicBezTo>
                  <a:pt x="3261" y="80"/>
                  <a:pt x="3266" y="89"/>
                  <a:pt x="3270" y="98"/>
                </a:cubicBezTo>
                <a:cubicBezTo>
                  <a:pt x="3274" y="108"/>
                  <a:pt x="3277" y="118"/>
                  <a:pt x="3279" y="128"/>
                </a:cubicBezTo>
                <a:cubicBezTo>
                  <a:pt x="3281" y="138"/>
                  <a:pt x="3282" y="149"/>
                  <a:pt x="3282" y="159"/>
                </a:cubicBezTo>
                <a:lnTo>
                  <a:pt x="3282" y="874"/>
                </a:lnTo>
                <a:cubicBezTo>
                  <a:pt x="3282" y="885"/>
                  <a:pt x="3281" y="895"/>
                  <a:pt x="3279" y="905"/>
                </a:cubicBezTo>
                <a:cubicBezTo>
                  <a:pt x="3277" y="916"/>
                  <a:pt x="3274" y="926"/>
                  <a:pt x="3270" y="935"/>
                </a:cubicBezTo>
                <a:cubicBezTo>
                  <a:pt x="3266" y="945"/>
                  <a:pt x="3261" y="954"/>
                  <a:pt x="3255" y="963"/>
                </a:cubicBezTo>
                <a:cubicBezTo>
                  <a:pt x="3250" y="971"/>
                  <a:pt x="3243" y="979"/>
                  <a:pt x="3236" y="987"/>
                </a:cubicBezTo>
                <a:cubicBezTo>
                  <a:pt x="3228" y="994"/>
                  <a:pt x="3220" y="1001"/>
                  <a:pt x="3212" y="1006"/>
                </a:cubicBezTo>
                <a:cubicBezTo>
                  <a:pt x="3203" y="1012"/>
                  <a:pt x="3194" y="1017"/>
                  <a:pt x="3184" y="1021"/>
                </a:cubicBezTo>
                <a:cubicBezTo>
                  <a:pt x="3174" y="1025"/>
                  <a:pt x="3165" y="1028"/>
                  <a:pt x="3154" y="1030"/>
                </a:cubicBezTo>
                <a:cubicBezTo>
                  <a:pt x="3144" y="1032"/>
                  <a:pt x="3134" y="1033"/>
                  <a:pt x="3123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0705320" y="336240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2316240" y="3848400"/>
            <a:ext cx="98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SIGMA&gt;0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1" name=""/>
          <p:cNvSpPr/>
          <p:nvPr/>
        </p:nvSpPr>
        <p:spPr>
          <a:xfrm>
            <a:off x="3504960" y="3800160"/>
            <a:ext cx="3019680" cy="371880"/>
          </a:xfrm>
          <a:custGeom>
            <a:avLst/>
            <a:gdLst/>
            <a:ahLst/>
            <a:rect l="0" t="0" r="r" b="b"/>
            <a:pathLst>
              <a:path w="8388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230" y="0"/>
                </a:lnTo>
                <a:cubicBezTo>
                  <a:pt x="8240" y="0"/>
                  <a:pt x="8250" y="1"/>
                  <a:pt x="8261" y="3"/>
                </a:cubicBezTo>
                <a:cubicBezTo>
                  <a:pt x="8271" y="5"/>
                  <a:pt x="8281" y="8"/>
                  <a:pt x="8290" y="12"/>
                </a:cubicBezTo>
                <a:cubicBezTo>
                  <a:pt x="8300" y="16"/>
                  <a:pt x="8309" y="21"/>
                  <a:pt x="8318" y="27"/>
                </a:cubicBezTo>
                <a:cubicBezTo>
                  <a:pt x="8327" y="33"/>
                  <a:pt x="8335" y="40"/>
                  <a:pt x="8342" y="47"/>
                </a:cubicBezTo>
                <a:cubicBezTo>
                  <a:pt x="8349" y="54"/>
                  <a:pt x="8356" y="62"/>
                  <a:pt x="8362" y="71"/>
                </a:cubicBezTo>
                <a:cubicBezTo>
                  <a:pt x="8367" y="80"/>
                  <a:pt x="8372" y="89"/>
                  <a:pt x="8376" y="98"/>
                </a:cubicBezTo>
                <a:cubicBezTo>
                  <a:pt x="8380" y="108"/>
                  <a:pt x="8383" y="118"/>
                  <a:pt x="8385" y="128"/>
                </a:cubicBezTo>
                <a:cubicBezTo>
                  <a:pt x="8387" y="138"/>
                  <a:pt x="8388" y="149"/>
                  <a:pt x="8388" y="159"/>
                </a:cubicBezTo>
                <a:lnTo>
                  <a:pt x="8388" y="874"/>
                </a:lnTo>
                <a:cubicBezTo>
                  <a:pt x="8388" y="885"/>
                  <a:pt x="8387" y="895"/>
                  <a:pt x="8385" y="905"/>
                </a:cubicBezTo>
                <a:cubicBezTo>
                  <a:pt x="8383" y="916"/>
                  <a:pt x="8380" y="926"/>
                  <a:pt x="8376" y="935"/>
                </a:cubicBezTo>
                <a:cubicBezTo>
                  <a:pt x="8372" y="945"/>
                  <a:pt x="8367" y="954"/>
                  <a:pt x="8362" y="963"/>
                </a:cubicBezTo>
                <a:cubicBezTo>
                  <a:pt x="8356" y="971"/>
                  <a:pt x="8349" y="979"/>
                  <a:pt x="8342" y="987"/>
                </a:cubicBezTo>
                <a:cubicBezTo>
                  <a:pt x="8335" y="994"/>
                  <a:pt x="8327" y="1001"/>
                  <a:pt x="8318" y="1006"/>
                </a:cubicBezTo>
                <a:cubicBezTo>
                  <a:pt x="8309" y="1012"/>
                  <a:pt x="8300" y="1017"/>
                  <a:pt x="8290" y="1021"/>
                </a:cubicBezTo>
                <a:cubicBezTo>
                  <a:pt x="8281" y="1025"/>
                  <a:pt x="8271" y="1028"/>
                  <a:pt x="8261" y="1030"/>
                </a:cubicBezTo>
                <a:cubicBezTo>
                  <a:pt x="8250" y="1032"/>
                  <a:pt x="8240" y="1033"/>
                  <a:pt x="8230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3399840" y="3771720"/>
            <a:ext cx="2757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3603600" y="3848400"/>
            <a:ext cx="2826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VISUALIZE_INTERVAL&gt;0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524640" y="3771720"/>
            <a:ext cx="2207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、⾼密度チェック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880920" y="451476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出⼒先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2222280" y="4514760"/>
            <a:ext cx="3862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スクリプトと同じディレクトリ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880920" y="505764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最終状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880920" y="5467320"/>
            <a:ext cx="2764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9" name=""/>
          <p:cNvSpPr/>
          <p:nvPr/>
        </p:nvSpPr>
        <p:spPr>
          <a:xfrm>
            <a:off x="7257960" y="5295600"/>
            <a:ext cx="1743480" cy="371880"/>
          </a:xfrm>
          <a:custGeom>
            <a:avLst/>
            <a:gdLst/>
            <a:ahLst/>
            <a:rect l="0" t="0" r="r" b="b"/>
            <a:pathLst>
              <a:path w="4843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4684" y="0"/>
                </a:lnTo>
                <a:cubicBezTo>
                  <a:pt x="4694" y="0"/>
                  <a:pt x="4705" y="1"/>
                  <a:pt x="4715" y="3"/>
                </a:cubicBezTo>
                <a:cubicBezTo>
                  <a:pt x="4725" y="5"/>
                  <a:pt x="4735" y="8"/>
                  <a:pt x="4745" y="12"/>
                </a:cubicBezTo>
                <a:cubicBezTo>
                  <a:pt x="4754" y="16"/>
                  <a:pt x="4763" y="21"/>
                  <a:pt x="4772" y="27"/>
                </a:cubicBezTo>
                <a:cubicBezTo>
                  <a:pt x="4781" y="33"/>
                  <a:pt x="4789" y="39"/>
                  <a:pt x="4796" y="47"/>
                </a:cubicBezTo>
                <a:cubicBezTo>
                  <a:pt x="4803" y="54"/>
                  <a:pt x="4810" y="62"/>
                  <a:pt x="4816" y="71"/>
                </a:cubicBezTo>
                <a:cubicBezTo>
                  <a:pt x="4822" y="80"/>
                  <a:pt x="4827" y="89"/>
                  <a:pt x="4831" y="98"/>
                </a:cubicBezTo>
                <a:cubicBezTo>
                  <a:pt x="4835" y="108"/>
                  <a:pt x="4838" y="118"/>
                  <a:pt x="4840" y="128"/>
                </a:cubicBezTo>
                <a:cubicBezTo>
                  <a:pt x="4842" y="138"/>
                  <a:pt x="4843" y="149"/>
                  <a:pt x="4843" y="159"/>
                </a:cubicBezTo>
                <a:lnTo>
                  <a:pt x="4843" y="874"/>
                </a:lnTo>
                <a:cubicBezTo>
                  <a:pt x="4843" y="885"/>
                  <a:pt x="4842" y="895"/>
                  <a:pt x="4840" y="905"/>
                </a:cubicBezTo>
                <a:cubicBezTo>
                  <a:pt x="4838" y="916"/>
                  <a:pt x="4835" y="926"/>
                  <a:pt x="4831" y="935"/>
                </a:cubicBezTo>
                <a:cubicBezTo>
                  <a:pt x="4827" y="945"/>
                  <a:pt x="4822" y="954"/>
                  <a:pt x="4816" y="963"/>
                </a:cubicBezTo>
                <a:cubicBezTo>
                  <a:pt x="4810" y="971"/>
                  <a:pt x="4803" y="979"/>
                  <a:pt x="4796" y="987"/>
                </a:cubicBezTo>
                <a:cubicBezTo>
                  <a:pt x="4789" y="994"/>
                  <a:pt x="4781" y="1001"/>
                  <a:pt x="4772" y="1006"/>
                </a:cubicBezTo>
                <a:cubicBezTo>
                  <a:pt x="4763" y="1012"/>
                  <a:pt x="4754" y="1017"/>
                  <a:pt x="4745" y="1021"/>
                </a:cubicBezTo>
                <a:cubicBezTo>
                  <a:pt x="4735" y="1025"/>
                  <a:pt x="4725" y="1028"/>
                  <a:pt x="4715" y="1030"/>
                </a:cubicBezTo>
                <a:cubicBezTo>
                  <a:pt x="4705" y="1032"/>
                  <a:pt x="4694" y="1033"/>
                  <a:pt x="4684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222280" y="5267160"/>
            <a:ext cx="5057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可視化間隔の倍数でなくても最終配置を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348680" y="5343840"/>
            <a:ext cx="155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pos_history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8997480" y="5267160"/>
            <a:ext cx="17474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に含めて保存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880920" y="6010200"/>
            <a:ext cx="552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表⽰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222280" y="6010200"/>
            <a:ext cx="67143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⽇本語フォント（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japanize-matplotlib</a:t>
            </a:r>
            <a:r>
              <a:rPr lang="ja-JP" sz="2170" b="0" u="none" strike="noStrike">
                <a:solidFill>
                  <a:srgbClr val="1F2328"/>
                </a:solidFill>
                <a:effectLst/>
                <a:uFillTx/>
                <a:latin typeface="HiraKakuProN-W3"/>
                <a:ea typeface="HiraKakuProN-W3"/>
              </a:rPr>
              <a:t>）、受理率の表⽰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5" name=""/>
          <p:cNvSpPr/>
          <p:nvPr/>
        </p:nvSpPr>
        <p:spPr>
          <a:xfrm>
            <a:off x="1695240" y="6667200"/>
            <a:ext cx="2876760" cy="190800"/>
          </a:xfrm>
          <a:custGeom>
            <a:avLst/>
            <a:gdLst/>
            <a:ahLst/>
            <a:rect l="0" t="0" r="r" b="b"/>
            <a:pathLst>
              <a:path w="7991" h="530">
                <a:moveTo>
                  <a:pt x="0" y="53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833" y="0"/>
                </a:lnTo>
                <a:cubicBezTo>
                  <a:pt x="7843" y="0"/>
                  <a:pt x="7853" y="1"/>
                  <a:pt x="7864" y="3"/>
                </a:cubicBezTo>
                <a:cubicBezTo>
                  <a:pt x="7874" y="5"/>
                  <a:pt x="7884" y="8"/>
                  <a:pt x="7893" y="12"/>
                </a:cubicBezTo>
                <a:cubicBezTo>
                  <a:pt x="7903" y="16"/>
                  <a:pt x="7912" y="21"/>
                  <a:pt x="7921" y="27"/>
                </a:cubicBezTo>
                <a:cubicBezTo>
                  <a:pt x="7930" y="33"/>
                  <a:pt x="7938" y="39"/>
                  <a:pt x="7945" y="47"/>
                </a:cubicBezTo>
                <a:cubicBezTo>
                  <a:pt x="7952" y="54"/>
                  <a:pt x="7959" y="62"/>
                  <a:pt x="7965" y="71"/>
                </a:cubicBezTo>
                <a:cubicBezTo>
                  <a:pt x="7971" y="80"/>
                  <a:pt x="7975" y="89"/>
                  <a:pt x="7979" y="98"/>
                </a:cubicBezTo>
                <a:cubicBezTo>
                  <a:pt x="7983" y="108"/>
                  <a:pt x="7986" y="118"/>
                  <a:pt x="7988" y="128"/>
                </a:cubicBezTo>
                <a:cubicBezTo>
                  <a:pt x="7990" y="138"/>
                  <a:pt x="7991" y="149"/>
                  <a:pt x="7991" y="159"/>
                </a:cubicBezTo>
                <a:lnTo>
                  <a:pt x="7991" y="530"/>
                </a:lnTo>
                <a:lnTo>
                  <a:pt x="0" y="53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747720" y="6638760"/>
            <a:ext cx="9050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コード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793880" y="6715440"/>
            <a:ext cx="2685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lennard jones mc py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8" name=""/>
          <p:cNvSpPr/>
          <p:nvPr/>
        </p:nvSpPr>
        <p:spPr>
          <a:xfrm>
            <a:off x="6619680" y="6667200"/>
            <a:ext cx="1467360" cy="190800"/>
          </a:xfrm>
          <a:custGeom>
            <a:avLst/>
            <a:gdLst/>
            <a:ahLst/>
            <a:rect l="0" t="0" r="r" b="b"/>
            <a:pathLst>
              <a:path w="4076" h="530">
                <a:moveTo>
                  <a:pt x="0" y="53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916" y="0"/>
                </a:lnTo>
                <a:cubicBezTo>
                  <a:pt x="3926" y="0"/>
                  <a:pt x="3937" y="1"/>
                  <a:pt x="3947" y="3"/>
                </a:cubicBezTo>
                <a:cubicBezTo>
                  <a:pt x="3957" y="5"/>
                  <a:pt x="3967" y="8"/>
                  <a:pt x="3977" y="12"/>
                </a:cubicBezTo>
                <a:cubicBezTo>
                  <a:pt x="3986" y="16"/>
                  <a:pt x="3995" y="21"/>
                  <a:pt x="4004" y="27"/>
                </a:cubicBezTo>
                <a:cubicBezTo>
                  <a:pt x="4013" y="33"/>
                  <a:pt x="4022" y="39"/>
                  <a:pt x="4029" y="47"/>
                </a:cubicBezTo>
                <a:cubicBezTo>
                  <a:pt x="4036" y="54"/>
                  <a:pt x="4043" y="62"/>
                  <a:pt x="4049" y="71"/>
                </a:cubicBezTo>
                <a:cubicBezTo>
                  <a:pt x="4055" y="80"/>
                  <a:pt x="4060" y="89"/>
                  <a:pt x="4064" y="98"/>
                </a:cubicBezTo>
                <a:cubicBezTo>
                  <a:pt x="4068" y="108"/>
                  <a:pt x="4071" y="118"/>
                  <a:pt x="4073" y="128"/>
                </a:cubicBezTo>
                <a:cubicBezTo>
                  <a:pt x="4075" y="138"/>
                  <a:pt x="4076" y="149"/>
                  <a:pt x="4076" y="159"/>
                </a:cubicBezTo>
                <a:lnTo>
                  <a:pt x="4076" y="530"/>
                </a:lnTo>
                <a:lnTo>
                  <a:pt x="0" y="53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849920" y="6638760"/>
            <a:ext cx="17323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ドキュメント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0" name=""/>
          <p:cNvSpPr/>
          <p:nvPr/>
        </p:nvSpPr>
        <p:spPr>
          <a:xfrm>
            <a:off x="8191440" y="6667200"/>
            <a:ext cx="1886040" cy="190800"/>
          </a:xfrm>
          <a:custGeom>
            <a:avLst/>
            <a:gdLst/>
            <a:ahLst/>
            <a:rect l="0" t="0" r="r" b="b"/>
            <a:pathLst>
              <a:path w="5239" h="530">
                <a:moveTo>
                  <a:pt x="0" y="53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081" y="0"/>
                </a:lnTo>
                <a:cubicBezTo>
                  <a:pt x="5091" y="0"/>
                  <a:pt x="5101" y="1"/>
                  <a:pt x="5112" y="3"/>
                </a:cubicBezTo>
                <a:cubicBezTo>
                  <a:pt x="5122" y="5"/>
                  <a:pt x="5132" y="8"/>
                  <a:pt x="5141" y="12"/>
                </a:cubicBezTo>
                <a:cubicBezTo>
                  <a:pt x="5151" y="16"/>
                  <a:pt x="5160" y="21"/>
                  <a:pt x="5169" y="27"/>
                </a:cubicBezTo>
                <a:cubicBezTo>
                  <a:pt x="5178" y="33"/>
                  <a:pt x="5186" y="39"/>
                  <a:pt x="5193" y="47"/>
                </a:cubicBezTo>
                <a:cubicBezTo>
                  <a:pt x="5200" y="54"/>
                  <a:pt x="5207" y="62"/>
                  <a:pt x="5213" y="71"/>
                </a:cubicBezTo>
                <a:cubicBezTo>
                  <a:pt x="5218" y="80"/>
                  <a:pt x="5223" y="89"/>
                  <a:pt x="5227" y="98"/>
                </a:cubicBezTo>
                <a:cubicBezTo>
                  <a:pt x="5231" y="108"/>
                  <a:pt x="5234" y="118"/>
                  <a:pt x="5236" y="128"/>
                </a:cubicBezTo>
                <a:cubicBezTo>
                  <a:pt x="5238" y="138"/>
                  <a:pt x="5239" y="149"/>
                  <a:pt x="5239" y="159"/>
                </a:cubicBezTo>
                <a:lnTo>
                  <a:pt x="5239" y="530"/>
                </a:lnTo>
                <a:lnTo>
                  <a:pt x="0" y="53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6716520" y="671544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README md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8286480" y="6715440"/>
            <a:ext cx="1696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CHANGELOG md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0353240" y="6638760"/>
            <a:ext cx="828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170" b="1" u="none" strike="noStrike">
                <a:solidFill>
                  <a:srgbClr val="1F2328"/>
                </a:solidFill>
                <a:effectLst/>
                <a:uFillTx/>
                <a:latin typeface="HiraKakuProN-W6"/>
                <a:ea typeface="HiraKakuProN-W6"/>
              </a:rPr>
              <a:t>スライ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17637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